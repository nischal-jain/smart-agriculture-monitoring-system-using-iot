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4" r:id="rId18"/>
    <p:sldId id="275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39" y="-77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7ED5A4-4900-480C-A9B8-99EB9BCEC911}" type="doc">
      <dgm:prSet loTypeId="urn:microsoft.com/office/officeart/2005/8/layout/process5" loCatId="process" qsTypeId="urn:microsoft.com/office/officeart/2005/8/quickstyle/3d2" qsCatId="3D" csTypeId="urn:microsoft.com/office/officeart/2005/8/colors/accent2_2" csCatId="accent2" phldr="1"/>
      <dgm:spPr/>
    </dgm:pt>
    <dgm:pt modelId="{CB5C189F-62B5-4F73-AF96-9794B9B414AC}">
      <dgm:prSet phldrT="[Text]"/>
      <dgm:spPr/>
      <dgm:t>
        <a:bodyPr/>
        <a:lstStyle/>
        <a:p>
          <a:pPr algn="ctr"/>
          <a:endParaRPr lang="en-US" b="1" dirty="0" smtClean="0"/>
        </a:p>
        <a:p>
          <a:pPr algn="ctr"/>
          <a:r>
            <a:rPr lang="en-US" b="1" dirty="0" smtClean="0"/>
            <a:t>Soil </a:t>
          </a:r>
        </a:p>
      </dgm:t>
    </dgm:pt>
    <dgm:pt modelId="{57AFB322-20E0-4012-BA58-4B67D3E38542}" type="parTrans" cxnId="{8ED8E716-9C73-4DEE-B95A-8D7BFEC4316D}">
      <dgm:prSet/>
      <dgm:spPr/>
      <dgm:t>
        <a:bodyPr/>
        <a:lstStyle/>
        <a:p>
          <a:endParaRPr lang="en-US"/>
        </a:p>
      </dgm:t>
    </dgm:pt>
    <dgm:pt modelId="{4FDD04D8-B998-496A-95A5-750B995925FB}" type="sibTrans" cxnId="{8ED8E716-9C73-4DEE-B95A-8D7BFEC4316D}">
      <dgm:prSet/>
      <dgm:spPr/>
      <dgm:t>
        <a:bodyPr/>
        <a:lstStyle/>
        <a:p>
          <a:endParaRPr lang="en-US"/>
        </a:p>
      </dgm:t>
    </dgm:pt>
    <dgm:pt modelId="{6C51B328-1D29-460F-A0CB-6CECCCEB8AD9}">
      <dgm:prSet phldrT="[Text]"/>
      <dgm:spPr/>
      <dgm:t>
        <a:bodyPr/>
        <a:lstStyle/>
        <a:p>
          <a:r>
            <a:rPr lang="en-US" b="1" dirty="0" smtClean="0"/>
            <a:t>Soil</a:t>
          </a:r>
          <a:r>
            <a:rPr lang="en-US" b="1" baseline="0" dirty="0" smtClean="0"/>
            <a:t> Moisture Sensor</a:t>
          </a:r>
          <a:endParaRPr lang="en-US" b="1" dirty="0"/>
        </a:p>
      </dgm:t>
    </dgm:pt>
    <dgm:pt modelId="{ED97D9BC-7604-4C81-900C-11BE63C55CC4}" type="parTrans" cxnId="{1B8E1DBC-D502-4814-A81B-4978C862111D}">
      <dgm:prSet/>
      <dgm:spPr/>
      <dgm:t>
        <a:bodyPr/>
        <a:lstStyle/>
        <a:p>
          <a:endParaRPr lang="en-US"/>
        </a:p>
      </dgm:t>
    </dgm:pt>
    <dgm:pt modelId="{A564D369-2307-4AFB-A561-42F4CB8FD800}" type="sibTrans" cxnId="{1B8E1DBC-D502-4814-A81B-4978C862111D}">
      <dgm:prSet/>
      <dgm:spPr/>
      <dgm:t>
        <a:bodyPr/>
        <a:lstStyle/>
        <a:p>
          <a:endParaRPr lang="en-US"/>
        </a:p>
      </dgm:t>
    </dgm:pt>
    <dgm:pt modelId="{8705DC80-3337-4D4E-AE40-FE187D3BDB2D}">
      <dgm:prSet phldrT="[Text]"/>
      <dgm:spPr/>
      <dgm:t>
        <a:bodyPr/>
        <a:lstStyle/>
        <a:p>
          <a:r>
            <a:rPr lang="en-US" b="1" dirty="0" smtClean="0"/>
            <a:t>Analog Value</a:t>
          </a:r>
        </a:p>
      </dgm:t>
    </dgm:pt>
    <dgm:pt modelId="{4D5EE182-0E64-4196-8DB0-861DD107130B}" type="parTrans" cxnId="{AA28714A-5045-4A75-9ACD-A179A55763A1}">
      <dgm:prSet/>
      <dgm:spPr/>
      <dgm:t>
        <a:bodyPr/>
        <a:lstStyle/>
        <a:p>
          <a:endParaRPr lang="en-US"/>
        </a:p>
      </dgm:t>
    </dgm:pt>
    <dgm:pt modelId="{82389752-FF92-4485-A4AE-DEDC40DD7812}" type="sibTrans" cxnId="{AA28714A-5045-4A75-9ACD-A179A55763A1}">
      <dgm:prSet/>
      <dgm:spPr/>
      <dgm:t>
        <a:bodyPr/>
        <a:lstStyle/>
        <a:p>
          <a:endParaRPr lang="en-US"/>
        </a:p>
      </dgm:t>
    </dgm:pt>
    <dgm:pt modelId="{B100DE8B-E7AB-4983-9C52-DB2F1DEF95AA}">
      <dgm:prSet phldrT="[Text]"/>
      <dgm:spPr/>
      <dgm:t>
        <a:bodyPr/>
        <a:lstStyle/>
        <a:p>
          <a:r>
            <a:rPr lang="en-US" b="1" dirty="0" smtClean="0"/>
            <a:t>Ubidots</a:t>
          </a:r>
          <a:endParaRPr lang="en-US" b="1" dirty="0"/>
        </a:p>
      </dgm:t>
    </dgm:pt>
    <dgm:pt modelId="{816D9598-C6E6-4B98-8FBE-41006C3C530F}" type="parTrans" cxnId="{9A74395F-B7BD-479D-8C6E-27B4C12555C1}">
      <dgm:prSet/>
      <dgm:spPr/>
      <dgm:t>
        <a:bodyPr/>
        <a:lstStyle/>
        <a:p>
          <a:endParaRPr lang="en-US"/>
        </a:p>
      </dgm:t>
    </dgm:pt>
    <dgm:pt modelId="{22128C87-D3BD-42F4-A711-F986D0B1F09D}" type="sibTrans" cxnId="{9A74395F-B7BD-479D-8C6E-27B4C12555C1}">
      <dgm:prSet/>
      <dgm:spPr/>
      <dgm:t>
        <a:bodyPr/>
        <a:lstStyle/>
        <a:p>
          <a:endParaRPr lang="en-US"/>
        </a:p>
      </dgm:t>
    </dgm:pt>
    <dgm:pt modelId="{65E45F01-E495-422D-9764-78317A8CB612}">
      <dgm:prSet phldrT="[Text]"/>
      <dgm:spPr/>
      <dgm:t>
        <a:bodyPr/>
        <a:lstStyle/>
        <a:p>
          <a:r>
            <a:rPr lang="en-US" b="1" dirty="0" smtClean="0"/>
            <a:t>Esp32 Microcontroller</a:t>
          </a:r>
          <a:endParaRPr lang="en-US" b="1" dirty="0"/>
        </a:p>
      </dgm:t>
    </dgm:pt>
    <dgm:pt modelId="{80E2CF71-A22D-445E-B3E0-C37D98DE25B4}" type="parTrans" cxnId="{43D3C05F-AC4E-4A5E-B240-5A6924AC28BB}">
      <dgm:prSet/>
      <dgm:spPr/>
      <dgm:t>
        <a:bodyPr/>
        <a:lstStyle/>
        <a:p>
          <a:endParaRPr lang="en-US"/>
        </a:p>
      </dgm:t>
    </dgm:pt>
    <dgm:pt modelId="{058BBC70-7D02-4FB2-ACE5-65AA8879A23A}" type="sibTrans" cxnId="{43D3C05F-AC4E-4A5E-B240-5A6924AC28BB}">
      <dgm:prSet/>
      <dgm:spPr/>
      <dgm:t>
        <a:bodyPr/>
        <a:lstStyle/>
        <a:p>
          <a:endParaRPr lang="en-US"/>
        </a:p>
      </dgm:t>
    </dgm:pt>
    <dgm:pt modelId="{D54C8EC9-E6E8-4A9D-877E-1ED9B91930B6}">
      <dgm:prSet/>
      <dgm:spPr/>
      <dgm:t>
        <a:bodyPr/>
        <a:lstStyle/>
        <a:p>
          <a:pPr algn="l"/>
          <a:endParaRPr lang="en-US" dirty="0"/>
        </a:p>
      </dgm:t>
    </dgm:pt>
    <dgm:pt modelId="{1C24EC81-B2C0-4238-B780-1E13EE6715A8}" type="parTrans" cxnId="{C7602A6E-7927-41C0-A8AF-8238C5ED54A4}">
      <dgm:prSet/>
      <dgm:spPr/>
      <dgm:t>
        <a:bodyPr/>
        <a:lstStyle/>
        <a:p>
          <a:endParaRPr lang="en-US"/>
        </a:p>
      </dgm:t>
    </dgm:pt>
    <dgm:pt modelId="{25F2B08D-A63B-48FB-B103-3394F9A9F189}" type="sibTrans" cxnId="{C7602A6E-7927-41C0-A8AF-8238C5ED54A4}">
      <dgm:prSet/>
      <dgm:spPr/>
      <dgm:t>
        <a:bodyPr/>
        <a:lstStyle/>
        <a:p>
          <a:endParaRPr lang="en-US"/>
        </a:p>
      </dgm:t>
    </dgm:pt>
    <dgm:pt modelId="{CDA7D80F-2E2D-4F65-9AAA-9808E62E418F}">
      <dgm:prSet phldrT="[Text]"/>
      <dgm:spPr/>
      <dgm:t>
        <a:bodyPr/>
        <a:lstStyle/>
        <a:p>
          <a:r>
            <a:rPr lang="en-US" b="1" dirty="0" smtClean="0"/>
            <a:t>Alert</a:t>
          </a:r>
          <a:endParaRPr lang="en-US" b="1" dirty="0"/>
        </a:p>
      </dgm:t>
    </dgm:pt>
    <dgm:pt modelId="{F819F62C-D313-40B8-9CCF-CE27E947851F}" type="parTrans" cxnId="{CC2AF936-60D6-4381-AC71-5103E2F5FC83}">
      <dgm:prSet/>
      <dgm:spPr/>
      <dgm:t>
        <a:bodyPr/>
        <a:lstStyle/>
        <a:p>
          <a:endParaRPr lang="en-US"/>
        </a:p>
      </dgm:t>
    </dgm:pt>
    <dgm:pt modelId="{F140A6EE-C90B-43D6-8FAF-68D74AB10BC5}" type="sibTrans" cxnId="{CC2AF936-60D6-4381-AC71-5103E2F5FC83}">
      <dgm:prSet/>
      <dgm:spPr/>
      <dgm:t>
        <a:bodyPr/>
        <a:lstStyle/>
        <a:p>
          <a:endParaRPr lang="en-US"/>
        </a:p>
      </dgm:t>
    </dgm:pt>
    <dgm:pt modelId="{C7B38144-AE8C-4EDC-AEA4-91F05DAC0D6B}" type="pres">
      <dgm:prSet presAssocID="{0E7ED5A4-4900-480C-A9B8-99EB9BCEC911}" presName="diagram" presStyleCnt="0">
        <dgm:presLayoutVars>
          <dgm:dir/>
          <dgm:resizeHandles val="exact"/>
        </dgm:presLayoutVars>
      </dgm:prSet>
      <dgm:spPr/>
    </dgm:pt>
    <dgm:pt modelId="{79FFFE53-8703-4744-ABEE-0AD17FFFE758}" type="pres">
      <dgm:prSet presAssocID="{CB5C189F-62B5-4F73-AF96-9794B9B414AC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8C1B12-1EEC-4642-BBEC-ACB135E0D146}" type="pres">
      <dgm:prSet presAssocID="{4FDD04D8-B998-496A-95A5-750B995925FB}" presName="sibTrans" presStyleLbl="sibTrans2D1" presStyleIdx="0" presStyleCnt="5"/>
      <dgm:spPr/>
      <dgm:t>
        <a:bodyPr/>
        <a:lstStyle/>
        <a:p>
          <a:endParaRPr lang="en-US"/>
        </a:p>
      </dgm:t>
    </dgm:pt>
    <dgm:pt modelId="{688CB97F-964B-4348-885D-CB78C51BD619}" type="pres">
      <dgm:prSet presAssocID="{4FDD04D8-B998-496A-95A5-750B995925FB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DB2C5184-B542-442F-9B43-ACCFDE6AB7D9}" type="pres">
      <dgm:prSet presAssocID="{6C51B328-1D29-460F-A0CB-6CECCCEB8AD9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878DE5-2876-4FF4-9CB4-8D25FAC526A2}" type="pres">
      <dgm:prSet presAssocID="{A564D369-2307-4AFB-A561-42F4CB8FD800}" presName="sibTrans" presStyleLbl="sibTrans2D1" presStyleIdx="1" presStyleCnt="5"/>
      <dgm:spPr/>
      <dgm:t>
        <a:bodyPr/>
        <a:lstStyle/>
        <a:p>
          <a:endParaRPr lang="en-US"/>
        </a:p>
      </dgm:t>
    </dgm:pt>
    <dgm:pt modelId="{5CF47574-3EC4-4D53-BF9E-18BD3FE9D6AF}" type="pres">
      <dgm:prSet presAssocID="{A564D369-2307-4AFB-A561-42F4CB8FD800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C7B4A2FE-D7FE-42D8-A3A4-07926D4388B9}" type="pres">
      <dgm:prSet presAssocID="{8705DC80-3337-4D4E-AE40-FE187D3BDB2D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2D9C50-FAFD-4EE9-980E-F97702C1723C}" type="pres">
      <dgm:prSet presAssocID="{82389752-FF92-4485-A4AE-DEDC40DD7812}" presName="sibTrans" presStyleLbl="sibTrans2D1" presStyleIdx="2" presStyleCnt="5"/>
      <dgm:spPr/>
      <dgm:t>
        <a:bodyPr/>
        <a:lstStyle/>
        <a:p>
          <a:endParaRPr lang="en-US"/>
        </a:p>
      </dgm:t>
    </dgm:pt>
    <dgm:pt modelId="{C10C0F30-92AC-4840-A854-7B61A74529E1}" type="pres">
      <dgm:prSet presAssocID="{82389752-FF92-4485-A4AE-DEDC40DD7812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A9C50A67-BF71-426E-B38D-5B778F52C969}" type="pres">
      <dgm:prSet presAssocID="{65E45F01-E495-422D-9764-78317A8CB61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9814B6-7780-42AA-9BC1-687EDAD5707E}" type="pres">
      <dgm:prSet presAssocID="{058BBC70-7D02-4FB2-ACE5-65AA8879A23A}" presName="sibTrans" presStyleLbl="sibTrans2D1" presStyleIdx="3" presStyleCnt="5"/>
      <dgm:spPr/>
      <dgm:t>
        <a:bodyPr/>
        <a:lstStyle/>
        <a:p>
          <a:endParaRPr lang="en-US"/>
        </a:p>
      </dgm:t>
    </dgm:pt>
    <dgm:pt modelId="{1C67CAB4-E929-4E8E-BDAA-73F63A9C2FC2}" type="pres">
      <dgm:prSet presAssocID="{058BBC70-7D02-4FB2-ACE5-65AA8879A23A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F766E2F4-E69A-49A3-BF1A-F71818E83FF7}" type="pres">
      <dgm:prSet presAssocID="{B100DE8B-E7AB-4983-9C52-DB2F1DEF95A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5DF183-01C0-495C-BFB7-BE02A5ACB814}" type="pres">
      <dgm:prSet presAssocID="{22128C87-D3BD-42F4-A711-F986D0B1F09D}" presName="sibTrans" presStyleLbl="sibTrans2D1" presStyleIdx="4" presStyleCnt="5"/>
      <dgm:spPr/>
      <dgm:t>
        <a:bodyPr/>
        <a:lstStyle/>
        <a:p>
          <a:endParaRPr lang="en-US"/>
        </a:p>
      </dgm:t>
    </dgm:pt>
    <dgm:pt modelId="{FFE4E7CB-FC78-4EA8-A136-456B4143FFD7}" type="pres">
      <dgm:prSet presAssocID="{22128C87-D3BD-42F4-A711-F986D0B1F09D}" presName="connectorText" presStyleLbl="sibTrans2D1" presStyleIdx="4" presStyleCnt="5"/>
      <dgm:spPr/>
      <dgm:t>
        <a:bodyPr/>
        <a:lstStyle/>
        <a:p>
          <a:endParaRPr lang="en-US"/>
        </a:p>
      </dgm:t>
    </dgm:pt>
    <dgm:pt modelId="{A9BB2517-B943-4079-B236-CBAC8F7C43AC}" type="pres">
      <dgm:prSet presAssocID="{CDA7D80F-2E2D-4F65-9AAA-9808E62E418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7DF6A05-7F1B-4601-B602-6545C8A1277A}" type="presOf" srcId="{CB5C189F-62B5-4F73-AF96-9794B9B414AC}" destId="{79FFFE53-8703-4744-ABEE-0AD17FFFE758}" srcOrd="0" destOrd="0" presId="urn:microsoft.com/office/officeart/2005/8/layout/process5"/>
    <dgm:cxn modelId="{CC2AF936-60D6-4381-AC71-5103E2F5FC83}" srcId="{0E7ED5A4-4900-480C-A9B8-99EB9BCEC911}" destId="{CDA7D80F-2E2D-4F65-9AAA-9808E62E418F}" srcOrd="5" destOrd="0" parTransId="{F819F62C-D313-40B8-9CCF-CE27E947851F}" sibTransId="{F140A6EE-C90B-43D6-8FAF-68D74AB10BC5}"/>
    <dgm:cxn modelId="{7EEB211D-0168-46BA-89AA-A64DDF01ED33}" type="presOf" srcId="{4FDD04D8-B998-496A-95A5-750B995925FB}" destId="{038C1B12-1EEC-4642-BBEC-ACB135E0D146}" srcOrd="0" destOrd="0" presId="urn:microsoft.com/office/officeart/2005/8/layout/process5"/>
    <dgm:cxn modelId="{8ED8E716-9C73-4DEE-B95A-8D7BFEC4316D}" srcId="{0E7ED5A4-4900-480C-A9B8-99EB9BCEC911}" destId="{CB5C189F-62B5-4F73-AF96-9794B9B414AC}" srcOrd="0" destOrd="0" parTransId="{57AFB322-20E0-4012-BA58-4B67D3E38542}" sibTransId="{4FDD04D8-B998-496A-95A5-750B995925FB}"/>
    <dgm:cxn modelId="{2E724DDC-A728-4401-B2FE-9774FF224469}" type="presOf" srcId="{82389752-FF92-4485-A4AE-DEDC40DD7812}" destId="{9D2D9C50-FAFD-4EE9-980E-F97702C1723C}" srcOrd="0" destOrd="0" presId="urn:microsoft.com/office/officeart/2005/8/layout/process5"/>
    <dgm:cxn modelId="{9A74395F-B7BD-479D-8C6E-27B4C12555C1}" srcId="{0E7ED5A4-4900-480C-A9B8-99EB9BCEC911}" destId="{B100DE8B-E7AB-4983-9C52-DB2F1DEF95AA}" srcOrd="4" destOrd="0" parTransId="{816D9598-C6E6-4B98-8FBE-41006C3C530F}" sibTransId="{22128C87-D3BD-42F4-A711-F986D0B1F09D}"/>
    <dgm:cxn modelId="{AA28714A-5045-4A75-9ACD-A179A55763A1}" srcId="{0E7ED5A4-4900-480C-A9B8-99EB9BCEC911}" destId="{8705DC80-3337-4D4E-AE40-FE187D3BDB2D}" srcOrd="2" destOrd="0" parTransId="{4D5EE182-0E64-4196-8DB0-861DD107130B}" sibTransId="{82389752-FF92-4485-A4AE-DEDC40DD7812}"/>
    <dgm:cxn modelId="{81F02945-BB6C-4FBD-A60B-23469CC7DA7B}" type="presOf" srcId="{058BBC70-7D02-4FB2-ACE5-65AA8879A23A}" destId="{1C67CAB4-E929-4E8E-BDAA-73F63A9C2FC2}" srcOrd="1" destOrd="0" presId="urn:microsoft.com/office/officeart/2005/8/layout/process5"/>
    <dgm:cxn modelId="{E307500A-B966-43ED-8CC8-2606D0806FAF}" type="presOf" srcId="{058BBC70-7D02-4FB2-ACE5-65AA8879A23A}" destId="{7D9814B6-7780-42AA-9BC1-687EDAD5707E}" srcOrd="0" destOrd="0" presId="urn:microsoft.com/office/officeart/2005/8/layout/process5"/>
    <dgm:cxn modelId="{644FBB83-F7B8-4924-83BD-B9D7AE339BCB}" type="presOf" srcId="{6C51B328-1D29-460F-A0CB-6CECCCEB8AD9}" destId="{DB2C5184-B542-442F-9B43-ACCFDE6AB7D9}" srcOrd="0" destOrd="0" presId="urn:microsoft.com/office/officeart/2005/8/layout/process5"/>
    <dgm:cxn modelId="{1B8E1DBC-D502-4814-A81B-4978C862111D}" srcId="{0E7ED5A4-4900-480C-A9B8-99EB9BCEC911}" destId="{6C51B328-1D29-460F-A0CB-6CECCCEB8AD9}" srcOrd="1" destOrd="0" parTransId="{ED97D9BC-7604-4C81-900C-11BE63C55CC4}" sibTransId="{A564D369-2307-4AFB-A561-42F4CB8FD800}"/>
    <dgm:cxn modelId="{519353FD-D754-4270-B213-406388429708}" type="presOf" srcId="{22128C87-D3BD-42F4-A711-F986D0B1F09D}" destId="{6C5DF183-01C0-495C-BFB7-BE02A5ACB814}" srcOrd="0" destOrd="0" presId="urn:microsoft.com/office/officeart/2005/8/layout/process5"/>
    <dgm:cxn modelId="{F7619441-9950-41FA-AF07-2C560EF88E4F}" type="presOf" srcId="{B100DE8B-E7AB-4983-9C52-DB2F1DEF95AA}" destId="{F766E2F4-E69A-49A3-BF1A-F71818E83FF7}" srcOrd="0" destOrd="0" presId="urn:microsoft.com/office/officeart/2005/8/layout/process5"/>
    <dgm:cxn modelId="{0EA28E3B-FBF2-4D76-98AF-CE05C007423C}" type="presOf" srcId="{A564D369-2307-4AFB-A561-42F4CB8FD800}" destId="{56878DE5-2876-4FF4-9CB4-8D25FAC526A2}" srcOrd="0" destOrd="0" presId="urn:microsoft.com/office/officeart/2005/8/layout/process5"/>
    <dgm:cxn modelId="{3C5C9F55-B96D-4216-BAFD-2C4BFDB6A30F}" type="presOf" srcId="{D54C8EC9-E6E8-4A9D-877E-1ED9B91930B6}" destId="{79FFFE53-8703-4744-ABEE-0AD17FFFE758}" srcOrd="0" destOrd="1" presId="urn:microsoft.com/office/officeart/2005/8/layout/process5"/>
    <dgm:cxn modelId="{0A9CBF97-BC85-4A39-83BB-5DD70D9C4F68}" type="presOf" srcId="{0E7ED5A4-4900-480C-A9B8-99EB9BCEC911}" destId="{C7B38144-AE8C-4EDC-AEA4-91F05DAC0D6B}" srcOrd="0" destOrd="0" presId="urn:microsoft.com/office/officeart/2005/8/layout/process5"/>
    <dgm:cxn modelId="{2607946E-31BC-4908-B61C-26B57BEF656B}" type="presOf" srcId="{4FDD04D8-B998-496A-95A5-750B995925FB}" destId="{688CB97F-964B-4348-885D-CB78C51BD619}" srcOrd="1" destOrd="0" presId="urn:microsoft.com/office/officeart/2005/8/layout/process5"/>
    <dgm:cxn modelId="{C2485B31-2DEC-4E32-A08A-A6543F7599DC}" type="presOf" srcId="{CDA7D80F-2E2D-4F65-9AAA-9808E62E418F}" destId="{A9BB2517-B943-4079-B236-CBAC8F7C43AC}" srcOrd="0" destOrd="0" presId="urn:microsoft.com/office/officeart/2005/8/layout/process5"/>
    <dgm:cxn modelId="{C7602A6E-7927-41C0-A8AF-8238C5ED54A4}" srcId="{CB5C189F-62B5-4F73-AF96-9794B9B414AC}" destId="{D54C8EC9-E6E8-4A9D-877E-1ED9B91930B6}" srcOrd="0" destOrd="0" parTransId="{1C24EC81-B2C0-4238-B780-1E13EE6715A8}" sibTransId="{25F2B08D-A63B-48FB-B103-3394F9A9F189}"/>
    <dgm:cxn modelId="{8EA730DA-5A20-4377-B800-E93D24766093}" type="presOf" srcId="{82389752-FF92-4485-A4AE-DEDC40DD7812}" destId="{C10C0F30-92AC-4840-A854-7B61A74529E1}" srcOrd="1" destOrd="0" presId="urn:microsoft.com/office/officeart/2005/8/layout/process5"/>
    <dgm:cxn modelId="{7D284196-AF56-4366-B677-19D9B3126558}" type="presOf" srcId="{22128C87-D3BD-42F4-A711-F986D0B1F09D}" destId="{FFE4E7CB-FC78-4EA8-A136-456B4143FFD7}" srcOrd="1" destOrd="0" presId="urn:microsoft.com/office/officeart/2005/8/layout/process5"/>
    <dgm:cxn modelId="{43D3C05F-AC4E-4A5E-B240-5A6924AC28BB}" srcId="{0E7ED5A4-4900-480C-A9B8-99EB9BCEC911}" destId="{65E45F01-E495-422D-9764-78317A8CB612}" srcOrd="3" destOrd="0" parTransId="{80E2CF71-A22D-445E-B3E0-C37D98DE25B4}" sibTransId="{058BBC70-7D02-4FB2-ACE5-65AA8879A23A}"/>
    <dgm:cxn modelId="{5BD90951-C7E5-42D3-8166-AEFFD1AE504A}" type="presOf" srcId="{65E45F01-E495-422D-9764-78317A8CB612}" destId="{A9C50A67-BF71-426E-B38D-5B778F52C969}" srcOrd="0" destOrd="0" presId="urn:microsoft.com/office/officeart/2005/8/layout/process5"/>
    <dgm:cxn modelId="{AD0951C2-1657-4A8C-A284-E1FDC6A9D969}" type="presOf" srcId="{8705DC80-3337-4D4E-AE40-FE187D3BDB2D}" destId="{C7B4A2FE-D7FE-42D8-A3A4-07926D4388B9}" srcOrd="0" destOrd="0" presId="urn:microsoft.com/office/officeart/2005/8/layout/process5"/>
    <dgm:cxn modelId="{2F54B3D0-8D52-4008-BFC9-419D7C676CF9}" type="presOf" srcId="{A564D369-2307-4AFB-A561-42F4CB8FD800}" destId="{5CF47574-3EC4-4D53-BF9E-18BD3FE9D6AF}" srcOrd="1" destOrd="0" presId="urn:microsoft.com/office/officeart/2005/8/layout/process5"/>
    <dgm:cxn modelId="{A691448B-DD1E-4C3B-8947-F236308F12B8}" type="presParOf" srcId="{C7B38144-AE8C-4EDC-AEA4-91F05DAC0D6B}" destId="{79FFFE53-8703-4744-ABEE-0AD17FFFE758}" srcOrd="0" destOrd="0" presId="urn:microsoft.com/office/officeart/2005/8/layout/process5"/>
    <dgm:cxn modelId="{750C4950-41B6-44C1-AB97-1521E24C27C3}" type="presParOf" srcId="{C7B38144-AE8C-4EDC-AEA4-91F05DAC0D6B}" destId="{038C1B12-1EEC-4642-BBEC-ACB135E0D146}" srcOrd="1" destOrd="0" presId="urn:microsoft.com/office/officeart/2005/8/layout/process5"/>
    <dgm:cxn modelId="{ED6DFB0B-AAF8-456E-AFCE-3362AE465953}" type="presParOf" srcId="{038C1B12-1EEC-4642-BBEC-ACB135E0D146}" destId="{688CB97F-964B-4348-885D-CB78C51BD619}" srcOrd="0" destOrd="0" presId="urn:microsoft.com/office/officeart/2005/8/layout/process5"/>
    <dgm:cxn modelId="{989DC09F-33DB-490C-BCBE-92DE687CA113}" type="presParOf" srcId="{C7B38144-AE8C-4EDC-AEA4-91F05DAC0D6B}" destId="{DB2C5184-B542-442F-9B43-ACCFDE6AB7D9}" srcOrd="2" destOrd="0" presId="urn:microsoft.com/office/officeart/2005/8/layout/process5"/>
    <dgm:cxn modelId="{201AB6B6-3DEC-4803-873C-6B36346BC9C0}" type="presParOf" srcId="{C7B38144-AE8C-4EDC-AEA4-91F05DAC0D6B}" destId="{56878DE5-2876-4FF4-9CB4-8D25FAC526A2}" srcOrd="3" destOrd="0" presId="urn:microsoft.com/office/officeart/2005/8/layout/process5"/>
    <dgm:cxn modelId="{DC3791C6-561F-4468-A83E-40156D33B9FF}" type="presParOf" srcId="{56878DE5-2876-4FF4-9CB4-8D25FAC526A2}" destId="{5CF47574-3EC4-4D53-BF9E-18BD3FE9D6AF}" srcOrd="0" destOrd="0" presId="urn:microsoft.com/office/officeart/2005/8/layout/process5"/>
    <dgm:cxn modelId="{9C39C224-6135-437D-9AEB-9ECB00097EEA}" type="presParOf" srcId="{C7B38144-AE8C-4EDC-AEA4-91F05DAC0D6B}" destId="{C7B4A2FE-D7FE-42D8-A3A4-07926D4388B9}" srcOrd="4" destOrd="0" presId="urn:microsoft.com/office/officeart/2005/8/layout/process5"/>
    <dgm:cxn modelId="{3E96E1F2-B187-42D5-AC0A-0B414A738D3F}" type="presParOf" srcId="{C7B38144-AE8C-4EDC-AEA4-91F05DAC0D6B}" destId="{9D2D9C50-FAFD-4EE9-980E-F97702C1723C}" srcOrd="5" destOrd="0" presId="urn:microsoft.com/office/officeart/2005/8/layout/process5"/>
    <dgm:cxn modelId="{432C0B80-81C9-40F6-A0D3-3878D79CF38E}" type="presParOf" srcId="{9D2D9C50-FAFD-4EE9-980E-F97702C1723C}" destId="{C10C0F30-92AC-4840-A854-7B61A74529E1}" srcOrd="0" destOrd="0" presId="urn:microsoft.com/office/officeart/2005/8/layout/process5"/>
    <dgm:cxn modelId="{29E1475C-53F9-4245-9FF5-28D8A62297E5}" type="presParOf" srcId="{C7B38144-AE8C-4EDC-AEA4-91F05DAC0D6B}" destId="{A9C50A67-BF71-426E-B38D-5B778F52C969}" srcOrd="6" destOrd="0" presId="urn:microsoft.com/office/officeart/2005/8/layout/process5"/>
    <dgm:cxn modelId="{D89F1BF2-F02E-4DC5-989C-DBFD42F3AFD8}" type="presParOf" srcId="{C7B38144-AE8C-4EDC-AEA4-91F05DAC0D6B}" destId="{7D9814B6-7780-42AA-9BC1-687EDAD5707E}" srcOrd="7" destOrd="0" presId="urn:microsoft.com/office/officeart/2005/8/layout/process5"/>
    <dgm:cxn modelId="{3E569195-A93C-480A-954D-1E615380E1B0}" type="presParOf" srcId="{7D9814B6-7780-42AA-9BC1-687EDAD5707E}" destId="{1C67CAB4-E929-4E8E-BDAA-73F63A9C2FC2}" srcOrd="0" destOrd="0" presId="urn:microsoft.com/office/officeart/2005/8/layout/process5"/>
    <dgm:cxn modelId="{CC756B4E-B6EB-4213-AD2C-D1248CAC1DB7}" type="presParOf" srcId="{C7B38144-AE8C-4EDC-AEA4-91F05DAC0D6B}" destId="{F766E2F4-E69A-49A3-BF1A-F71818E83FF7}" srcOrd="8" destOrd="0" presId="urn:microsoft.com/office/officeart/2005/8/layout/process5"/>
    <dgm:cxn modelId="{98BF4576-5787-407D-A142-C0F965877B55}" type="presParOf" srcId="{C7B38144-AE8C-4EDC-AEA4-91F05DAC0D6B}" destId="{6C5DF183-01C0-495C-BFB7-BE02A5ACB814}" srcOrd="9" destOrd="0" presId="urn:microsoft.com/office/officeart/2005/8/layout/process5"/>
    <dgm:cxn modelId="{467C2D30-1BA0-42EE-8E68-C0F614C3227E}" type="presParOf" srcId="{6C5DF183-01C0-495C-BFB7-BE02A5ACB814}" destId="{FFE4E7CB-FC78-4EA8-A136-456B4143FFD7}" srcOrd="0" destOrd="0" presId="urn:microsoft.com/office/officeart/2005/8/layout/process5"/>
    <dgm:cxn modelId="{0E3BA966-92FA-4304-ACB8-68C52225C168}" type="presParOf" srcId="{C7B38144-AE8C-4EDC-AEA4-91F05DAC0D6B}" destId="{A9BB2517-B943-4079-B236-CBAC8F7C43AC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E7AA6-3A40-468C-BBFB-D04827AA580F}" type="doc">
      <dgm:prSet loTypeId="urn:microsoft.com/office/officeart/2005/8/layout/venn1" loCatId="relationship" qsTypeId="urn:microsoft.com/office/officeart/2005/8/quickstyle/3d1" qsCatId="3D" csTypeId="urn:microsoft.com/office/officeart/2005/8/colors/accent1_2" csCatId="accent1" phldr="1"/>
      <dgm:spPr/>
    </dgm:pt>
    <dgm:pt modelId="{C7043CC9-34DC-4504-947C-8E20A6759ADF}">
      <dgm:prSet phldrT="[Text]"/>
      <dgm:spPr/>
      <dgm:t>
        <a:bodyPr/>
        <a:lstStyle/>
        <a:p>
          <a:endParaRPr lang="en-US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8A9F4BC5-01A0-4DFE-A10B-6AF87BB384DF}" type="sibTrans" cxnId="{32B1A306-059D-4107-918E-A66CA491A1F4}">
      <dgm:prSet/>
      <dgm:spPr/>
      <dgm:t>
        <a:bodyPr/>
        <a:lstStyle/>
        <a:p>
          <a:endParaRPr lang="en-US"/>
        </a:p>
      </dgm:t>
    </dgm:pt>
    <dgm:pt modelId="{D3F6B7CF-8202-490E-BE8A-A43071A2589E}" type="parTrans" cxnId="{32B1A306-059D-4107-918E-A66CA491A1F4}">
      <dgm:prSet/>
      <dgm:spPr/>
      <dgm:t>
        <a:bodyPr/>
        <a:lstStyle/>
        <a:p>
          <a:endParaRPr lang="en-US"/>
        </a:p>
      </dgm:t>
    </dgm:pt>
    <dgm:pt modelId="{B1330B39-6007-4BBB-919E-CF8152CE6D66}">
      <dgm:prSet phldrT="[Text]"/>
      <dgm:spPr/>
      <dgm:t>
        <a:bodyPr/>
        <a:lstStyle/>
        <a:p>
          <a:endParaRPr lang="en-US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D6F2070A-6B07-48EF-AEF5-8819081FA33D}" type="sibTrans" cxnId="{82ECFCF4-06F9-42DC-8B4C-0D957B17AC53}">
      <dgm:prSet/>
      <dgm:spPr/>
      <dgm:t>
        <a:bodyPr/>
        <a:lstStyle/>
        <a:p>
          <a:endParaRPr lang="en-US"/>
        </a:p>
      </dgm:t>
    </dgm:pt>
    <dgm:pt modelId="{94CB907A-0E23-4071-AB50-DEC97D2BA7DF}" type="parTrans" cxnId="{82ECFCF4-06F9-42DC-8B4C-0D957B17AC53}">
      <dgm:prSet/>
      <dgm:spPr/>
      <dgm:t>
        <a:bodyPr/>
        <a:lstStyle/>
        <a:p>
          <a:endParaRPr lang="en-US"/>
        </a:p>
      </dgm:t>
    </dgm:pt>
    <dgm:pt modelId="{CA5FDA89-43AB-4D13-A380-31497D2591CC}">
      <dgm:prSet phldrT="[Text]"/>
      <dgm:spPr/>
      <dgm:t>
        <a:bodyPr/>
        <a:lstStyle/>
        <a:p>
          <a:r>
            <a:rPr lang="en-US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.</a:t>
          </a:r>
          <a:endParaRPr lang="en-US" dirty="0">
            <a:solidFill>
              <a:schemeClr val="accent1">
                <a:lumMod val="60000"/>
                <a:lumOff val="40000"/>
              </a:schemeClr>
            </a:solidFill>
          </a:endParaRPr>
        </a:p>
      </dgm:t>
    </dgm:pt>
    <dgm:pt modelId="{5D1B58A1-BBB3-4BB1-8536-159C88075DDB}" type="sibTrans" cxnId="{BBE46246-9DC0-4CE5-8959-AFEB9C2490BB}">
      <dgm:prSet/>
      <dgm:spPr/>
      <dgm:t>
        <a:bodyPr/>
        <a:lstStyle/>
        <a:p>
          <a:endParaRPr lang="en-US"/>
        </a:p>
      </dgm:t>
    </dgm:pt>
    <dgm:pt modelId="{94CB3884-084A-4725-AA00-88085B894E7C}" type="parTrans" cxnId="{BBE46246-9DC0-4CE5-8959-AFEB9C2490BB}">
      <dgm:prSet/>
      <dgm:spPr/>
      <dgm:t>
        <a:bodyPr/>
        <a:lstStyle/>
        <a:p>
          <a:endParaRPr lang="en-US"/>
        </a:p>
      </dgm:t>
    </dgm:pt>
    <dgm:pt modelId="{C9C4D5FF-411F-4F22-A23E-B54CA0BFC2DE}" type="pres">
      <dgm:prSet presAssocID="{47FE7AA6-3A40-468C-BBFB-D04827AA580F}" presName="compositeShape" presStyleCnt="0">
        <dgm:presLayoutVars>
          <dgm:chMax val="7"/>
          <dgm:dir/>
          <dgm:resizeHandles val="exact"/>
        </dgm:presLayoutVars>
      </dgm:prSet>
      <dgm:spPr/>
    </dgm:pt>
    <dgm:pt modelId="{3124A170-4766-4BCD-94C6-FD4F8FBC5221}" type="pres">
      <dgm:prSet presAssocID="{CA5FDA89-43AB-4D13-A380-31497D2591CC}" presName="circ1" presStyleLbl="vennNode1" presStyleIdx="0" presStyleCnt="3"/>
      <dgm:spPr/>
      <dgm:t>
        <a:bodyPr/>
        <a:lstStyle/>
        <a:p>
          <a:endParaRPr lang="en-US"/>
        </a:p>
      </dgm:t>
    </dgm:pt>
    <dgm:pt modelId="{5BBC9EDE-0FE9-4C5B-B105-B21128E49BEC}" type="pres">
      <dgm:prSet presAssocID="{CA5FDA89-43AB-4D13-A380-31497D2591C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83F14F-DAC3-4016-8EAF-5B9803F7753C}" type="pres">
      <dgm:prSet presAssocID="{B1330B39-6007-4BBB-919E-CF8152CE6D66}" presName="circ2" presStyleLbl="vennNode1" presStyleIdx="1" presStyleCnt="3"/>
      <dgm:spPr/>
      <dgm:t>
        <a:bodyPr/>
        <a:lstStyle/>
        <a:p>
          <a:endParaRPr lang="en-US"/>
        </a:p>
      </dgm:t>
    </dgm:pt>
    <dgm:pt modelId="{86FA90D8-1E80-455D-8091-6667D9656E10}" type="pres">
      <dgm:prSet presAssocID="{B1330B39-6007-4BBB-919E-CF8152CE6D6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527D17-96BE-4207-9FDF-90CD568D67C2}" type="pres">
      <dgm:prSet presAssocID="{C7043CC9-34DC-4504-947C-8E20A6759ADF}" presName="circ3" presStyleLbl="vennNode1" presStyleIdx="2" presStyleCnt="3"/>
      <dgm:spPr/>
      <dgm:t>
        <a:bodyPr/>
        <a:lstStyle/>
        <a:p>
          <a:endParaRPr lang="en-US"/>
        </a:p>
      </dgm:t>
    </dgm:pt>
    <dgm:pt modelId="{67A99861-B67A-4EDC-97D9-892935B93C1D}" type="pres">
      <dgm:prSet presAssocID="{C7043CC9-34DC-4504-947C-8E20A6759AD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C52FB6-E95C-416E-A898-471CA10BDCB0}" type="presOf" srcId="{B1330B39-6007-4BBB-919E-CF8152CE6D66}" destId="{8483F14F-DAC3-4016-8EAF-5B9803F7753C}" srcOrd="0" destOrd="0" presId="urn:microsoft.com/office/officeart/2005/8/layout/venn1"/>
    <dgm:cxn modelId="{B4D3D864-3150-495F-ACE4-63EEACFE524B}" type="presOf" srcId="{CA5FDA89-43AB-4D13-A380-31497D2591CC}" destId="{5BBC9EDE-0FE9-4C5B-B105-B21128E49BEC}" srcOrd="1" destOrd="0" presId="urn:microsoft.com/office/officeart/2005/8/layout/venn1"/>
    <dgm:cxn modelId="{82ECFCF4-06F9-42DC-8B4C-0D957B17AC53}" srcId="{47FE7AA6-3A40-468C-BBFB-D04827AA580F}" destId="{B1330B39-6007-4BBB-919E-CF8152CE6D66}" srcOrd="1" destOrd="0" parTransId="{94CB907A-0E23-4071-AB50-DEC97D2BA7DF}" sibTransId="{D6F2070A-6B07-48EF-AEF5-8819081FA33D}"/>
    <dgm:cxn modelId="{32B1A306-059D-4107-918E-A66CA491A1F4}" srcId="{47FE7AA6-3A40-468C-BBFB-D04827AA580F}" destId="{C7043CC9-34DC-4504-947C-8E20A6759ADF}" srcOrd="2" destOrd="0" parTransId="{D3F6B7CF-8202-490E-BE8A-A43071A2589E}" sibTransId="{8A9F4BC5-01A0-4DFE-A10B-6AF87BB384DF}"/>
    <dgm:cxn modelId="{BBE46246-9DC0-4CE5-8959-AFEB9C2490BB}" srcId="{47FE7AA6-3A40-468C-BBFB-D04827AA580F}" destId="{CA5FDA89-43AB-4D13-A380-31497D2591CC}" srcOrd="0" destOrd="0" parTransId="{94CB3884-084A-4725-AA00-88085B894E7C}" sibTransId="{5D1B58A1-BBB3-4BB1-8536-159C88075DDB}"/>
    <dgm:cxn modelId="{EC9B3647-0D29-4EA8-AE8D-55E4B99D69D7}" type="presOf" srcId="{B1330B39-6007-4BBB-919E-CF8152CE6D66}" destId="{86FA90D8-1E80-455D-8091-6667D9656E10}" srcOrd="1" destOrd="0" presId="urn:microsoft.com/office/officeart/2005/8/layout/venn1"/>
    <dgm:cxn modelId="{B1596433-FC0A-4D20-89B9-6693A3850BBD}" type="presOf" srcId="{C7043CC9-34DC-4504-947C-8E20A6759ADF}" destId="{2F527D17-96BE-4207-9FDF-90CD568D67C2}" srcOrd="0" destOrd="0" presId="urn:microsoft.com/office/officeart/2005/8/layout/venn1"/>
    <dgm:cxn modelId="{F814289B-AB98-4C1D-A236-AA3AE76925F7}" type="presOf" srcId="{C7043CC9-34DC-4504-947C-8E20A6759ADF}" destId="{67A99861-B67A-4EDC-97D9-892935B93C1D}" srcOrd="1" destOrd="0" presId="urn:microsoft.com/office/officeart/2005/8/layout/venn1"/>
    <dgm:cxn modelId="{EAF4BD48-C2AB-4C44-8D6A-8D98D3A8F3BF}" type="presOf" srcId="{47FE7AA6-3A40-468C-BBFB-D04827AA580F}" destId="{C9C4D5FF-411F-4F22-A23E-B54CA0BFC2DE}" srcOrd="0" destOrd="0" presId="urn:microsoft.com/office/officeart/2005/8/layout/venn1"/>
    <dgm:cxn modelId="{38451E91-E247-4D9B-949F-D3F84D1E4569}" type="presOf" srcId="{CA5FDA89-43AB-4D13-A380-31497D2591CC}" destId="{3124A170-4766-4BCD-94C6-FD4F8FBC5221}" srcOrd="0" destOrd="0" presId="urn:microsoft.com/office/officeart/2005/8/layout/venn1"/>
    <dgm:cxn modelId="{2679BA60-5A28-42C7-A4F5-5FF94658F763}" type="presParOf" srcId="{C9C4D5FF-411F-4F22-A23E-B54CA0BFC2DE}" destId="{3124A170-4766-4BCD-94C6-FD4F8FBC5221}" srcOrd="0" destOrd="0" presId="urn:microsoft.com/office/officeart/2005/8/layout/venn1"/>
    <dgm:cxn modelId="{3788A427-2A50-4778-A275-005698693E8A}" type="presParOf" srcId="{C9C4D5FF-411F-4F22-A23E-B54CA0BFC2DE}" destId="{5BBC9EDE-0FE9-4C5B-B105-B21128E49BEC}" srcOrd="1" destOrd="0" presId="urn:microsoft.com/office/officeart/2005/8/layout/venn1"/>
    <dgm:cxn modelId="{3BC0FE64-3ECF-4D87-BD36-8EB0EA14B108}" type="presParOf" srcId="{C9C4D5FF-411F-4F22-A23E-B54CA0BFC2DE}" destId="{8483F14F-DAC3-4016-8EAF-5B9803F7753C}" srcOrd="2" destOrd="0" presId="urn:microsoft.com/office/officeart/2005/8/layout/venn1"/>
    <dgm:cxn modelId="{0ECAA666-B14F-451E-AF91-A6DB44BAF60E}" type="presParOf" srcId="{C9C4D5FF-411F-4F22-A23E-B54CA0BFC2DE}" destId="{86FA90D8-1E80-455D-8091-6667D9656E10}" srcOrd="3" destOrd="0" presId="urn:microsoft.com/office/officeart/2005/8/layout/venn1"/>
    <dgm:cxn modelId="{8C96DC0B-DA3E-4398-945E-D02616402A6D}" type="presParOf" srcId="{C9C4D5FF-411F-4F22-A23E-B54CA0BFC2DE}" destId="{2F527D17-96BE-4207-9FDF-90CD568D67C2}" srcOrd="4" destOrd="0" presId="urn:microsoft.com/office/officeart/2005/8/layout/venn1"/>
    <dgm:cxn modelId="{E0E0A0DA-62A2-4620-AF1C-02A7C0C5D33E}" type="presParOf" srcId="{C9C4D5FF-411F-4F22-A23E-B54CA0BFC2DE}" destId="{67A99861-B67A-4EDC-97D9-892935B93C1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1611AC2-EB72-487D-AC28-03A392F1FCAD}" type="doc">
      <dgm:prSet loTypeId="urn:microsoft.com/office/officeart/2005/8/layout/process5" loCatId="process" qsTypeId="urn:microsoft.com/office/officeart/2005/8/quickstyle/3d3" qsCatId="3D" csTypeId="urn:microsoft.com/office/officeart/2005/8/colors/accent1_2" csCatId="accent1" phldr="1"/>
      <dgm:spPr/>
    </dgm:pt>
    <dgm:pt modelId="{175EA2DE-7EE0-4D5A-9B3E-3E5AE625042A}">
      <dgm:prSet phldrT="[Text]"/>
      <dgm:spPr/>
      <dgm:t>
        <a:bodyPr/>
        <a:lstStyle/>
        <a:p>
          <a:r>
            <a:rPr lang="en-US" dirty="0" smtClean="0"/>
            <a:t>DHT Sensor</a:t>
          </a:r>
          <a:endParaRPr lang="en-US" dirty="0"/>
        </a:p>
      </dgm:t>
    </dgm:pt>
    <dgm:pt modelId="{260AA247-9A98-46CE-BB49-60220B9A28F8}" type="parTrans" cxnId="{9DBE5636-C7CD-4E25-8951-B18D55AB27C9}">
      <dgm:prSet/>
      <dgm:spPr/>
      <dgm:t>
        <a:bodyPr/>
        <a:lstStyle/>
        <a:p>
          <a:endParaRPr lang="en-US"/>
        </a:p>
      </dgm:t>
    </dgm:pt>
    <dgm:pt modelId="{E0397061-82E0-4D2E-9A3C-03C469A4D8B8}" type="sibTrans" cxnId="{9DBE5636-C7CD-4E25-8951-B18D55AB27C9}">
      <dgm:prSet/>
      <dgm:spPr/>
      <dgm:t>
        <a:bodyPr/>
        <a:lstStyle/>
        <a:p>
          <a:endParaRPr lang="en-US"/>
        </a:p>
      </dgm:t>
    </dgm:pt>
    <dgm:pt modelId="{EA56B748-E8C0-483D-A8A1-8A51598422C3}">
      <dgm:prSet phldrT="[Text]"/>
      <dgm:spPr/>
      <dgm:t>
        <a:bodyPr/>
        <a:lstStyle/>
        <a:p>
          <a:r>
            <a:rPr lang="en-US" dirty="0" smtClean="0"/>
            <a:t>Esp32 Microcontroller</a:t>
          </a:r>
          <a:endParaRPr lang="en-US" dirty="0"/>
        </a:p>
      </dgm:t>
    </dgm:pt>
    <dgm:pt modelId="{1D8640BD-BACB-4834-9A18-F4D581C6E682}" type="parTrans" cxnId="{ADD325C2-A9D9-4B40-A3EA-CDB43A02574A}">
      <dgm:prSet/>
      <dgm:spPr/>
      <dgm:t>
        <a:bodyPr/>
        <a:lstStyle/>
        <a:p>
          <a:endParaRPr lang="en-US"/>
        </a:p>
      </dgm:t>
    </dgm:pt>
    <dgm:pt modelId="{AD054278-8B43-4AD5-BF07-6A8EAAFD0010}" type="sibTrans" cxnId="{ADD325C2-A9D9-4B40-A3EA-CDB43A02574A}">
      <dgm:prSet/>
      <dgm:spPr/>
      <dgm:t>
        <a:bodyPr/>
        <a:lstStyle/>
        <a:p>
          <a:endParaRPr lang="en-US"/>
        </a:p>
      </dgm:t>
    </dgm:pt>
    <dgm:pt modelId="{D8F8D61C-D0C2-441A-BA4D-CAF18118A290}">
      <dgm:prSet phldrT="[Text]"/>
      <dgm:spPr/>
      <dgm:t>
        <a:bodyPr/>
        <a:lstStyle/>
        <a:p>
          <a:r>
            <a:rPr lang="en-US" dirty="0" smtClean="0"/>
            <a:t>Ubidots</a:t>
          </a:r>
          <a:endParaRPr lang="en-US" dirty="0"/>
        </a:p>
      </dgm:t>
    </dgm:pt>
    <dgm:pt modelId="{B4EBA639-7822-4D26-8A03-13004DCB1AFD}" type="parTrans" cxnId="{2A9EA2F3-09BC-44D6-BF7A-97318DA31769}">
      <dgm:prSet/>
      <dgm:spPr/>
      <dgm:t>
        <a:bodyPr/>
        <a:lstStyle/>
        <a:p>
          <a:endParaRPr lang="en-US"/>
        </a:p>
      </dgm:t>
    </dgm:pt>
    <dgm:pt modelId="{646751A0-AD95-4664-892A-FF18CC748E64}" type="sibTrans" cxnId="{2A9EA2F3-09BC-44D6-BF7A-97318DA31769}">
      <dgm:prSet/>
      <dgm:spPr/>
      <dgm:t>
        <a:bodyPr/>
        <a:lstStyle/>
        <a:p>
          <a:endParaRPr lang="en-US"/>
        </a:p>
      </dgm:t>
    </dgm:pt>
    <dgm:pt modelId="{F3DB7129-03AA-49F1-827F-859C1DDCB64F}">
      <dgm:prSet phldrT="[Text]"/>
      <dgm:spPr/>
      <dgm:t>
        <a:bodyPr/>
        <a:lstStyle/>
        <a:p>
          <a:r>
            <a:rPr lang="en-US" dirty="0" smtClean="0"/>
            <a:t>Alert</a:t>
          </a:r>
          <a:endParaRPr lang="en-US" dirty="0"/>
        </a:p>
      </dgm:t>
    </dgm:pt>
    <dgm:pt modelId="{F20AEB2A-9779-427D-A987-260E554EF14B}" type="parTrans" cxnId="{66357C63-806D-48F7-AF3D-635208E65E3D}">
      <dgm:prSet/>
      <dgm:spPr/>
      <dgm:t>
        <a:bodyPr/>
        <a:lstStyle/>
        <a:p>
          <a:endParaRPr lang="en-US"/>
        </a:p>
      </dgm:t>
    </dgm:pt>
    <dgm:pt modelId="{ED75D299-E775-42C5-A3F9-A42DA3D320BC}" type="sibTrans" cxnId="{66357C63-806D-48F7-AF3D-635208E65E3D}">
      <dgm:prSet/>
      <dgm:spPr/>
      <dgm:t>
        <a:bodyPr/>
        <a:lstStyle/>
        <a:p>
          <a:endParaRPr lang="en-US"/>
        </a:p>
      </dgm:t>
    </dgm:pt>
    <dgm:pt modelId="{DCC15EF4-2A53-4458-AFA6-50188A5CA3AB}" type="pres">
      <dgm:prSet presAssocID="{D1611AC2-EB72-487D-AC28-03A392F1FCAD}" presName="diagram" presStyleCnt="0">
        <dgm:presLayoutVars>
          <dgm:dir/>
          <dgm:resizeHandles val="exact"/>
        </dgm:presLayoutVars>
      </dgm:prSet>
      <dgm:spPr/>
    </dgm:pt>
    <dgm:pt modelId="{075CC447-1052-40C1-B512-0A7DF65517B8}" type="pres">
      <dgm:prSet presAssocID="{175EA2DE-7EE0-4D5A-9B3E-3E5AE625042A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12037C-268F-4460-8275-85092A47A127}" type="pres">
      <dgm:prSet presAssocID="{E0397061-82E0-4D2E-9A3C-03C469A4D8B8}" presName="sibTrans" presStyleLbl="sibTrans2D1" presStyleIdx="0" presStyleCnt="3" custLinFactNeighborX="5382" custLinFactNeighborY="532"/>
      <dgm:spPr/>
      <dgm:t>
        <a:bodyPr/>
        <a:lstStyle/>
        <a:p>
          <a:endParaRPr lang="en-US"/>
        </a:p>
      </dgm:t>
    </dgm:pt>
    <dgm:pt modelId="{FCC19CDB-C745-4D41-B9D5-4A2B3DD897F8}" type="pres">
      <dgm:prSet presAssocID="{E0397061-82E0-4D2E-9A3C-03C469A4D8B8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6A8FFD8E-F670-4CEA-90DB-2E5411D1E478}" type="pres">
      <dgm:prSet presAssocID="{EA56B748-E8C0-483D-A8A1-8A51598422C3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AFD8C5-2C90-47BC-910C-0AB07C2F19EE}" type="pres">
      <dgm:prSet presAssocID="{AD054278-8B43-4AD5-BF07-6A8EAAFD0010}" presName="sibTrans" presStyleLbl="sibTrans2D1" presStyleIdx="1" presStyleCnt="3"/>
      <dgm:spPr/>
      <dgm:t>
        <a:bodyPr/>
        <a:lstStyle/>
        <a:p>
          <a:endParaRPr lang="en-US"/>
        </a:p>
      </dgm:t>
    </dgm:pt>
    <dgm:pt modelId="{D54225A4-ED1E-4DB9-9BF4-A25D1924F968}" type="pres">
      <dgm:prSet presAssocID="{AD054278-8B43-4AD5-BF07-6A8EAAFD0010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B8735D0E-161D-4173-9668-229A507EF4A7}" type="pres">
      <dgm:prSet presAssocID="{D8F8D61C-D0C2-441A-BA4D-CAF18118A29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59E020-6439-41BA-934E-E95A1F4D1436}" type="pres">
      <dgm:prSet presAssocID="{646751A0-AD95-4664-892A-FF18CC748E64}" presName="sibTrans" presStyleLbl="sibTrans2D1" presStyleIdx="2" presStyleCnt="3"/>
      <dgm:spPr/>
      <dgm:t>
        <a:bodyPr/>
        <a:lstStyle/>
        <a:p>
          <a:endParaRPr lang="en-US"/>
        </a:p>
      </dgm:t>
    </dgm:pt>
    <dgm:pt modelId="{81E782B1-E5C8-444F-87BD-55503E0C634D}" type="pres">
      <dgm:prSet presAssocID="{646751A0-AD95-4664-892A-FF18CC748E64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01843A68-A3A4-4E0B-A767-4A6BBB40AA8E}" type="pres">
      <dgm:prSet presAssocID="{F3DB7129-03AA-49F1-827F-859C1DDCB64F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8EED4E5-1D5D-42E7-9CA1-49FE1A7660F2}" type="presOf" srcId="{E0397061-82E0-4D2E-9A3C-03C469A4D8B8}" destId="{0112037C-268F-4460-8275-85092A47A127}" srcOrd="0" destOrd="0" presId="urn:microsoft.com/office/officeart/2005/8/layout/process5"/>
    <dgm:cxn modelId="{ED77ABA3-C3F6-4927-A190-D8F954B0A606}" type="presOf" srcId="{646751A0-AD95-4664-892A-FF18CC748E64}" destId="{81E782B1-E5C8-444F-87BD-55503E0C634D}" srcOrd="1" destOrd="0" presId="urn:microsoft.com/office/officeart/2005/8/layout/process5"/>
    <dgm:cxn modelId="{9DBE5636-C7CD-4E25-8951-B18D55AB27C9}" srcId="{D1611AC2-EB72-487D-AC28-03A392F1FCAD}" destId="{175EA2DE-7EE0-4D5A-9B3E-3E5AE625042A}" srcOrd="0" destOrd="0" parTransId="{260AA247-9A98-46CE-BB49-60220B9A28F8}" sibTransId="{E0397061-82E0-4D2E-9A3C-03C469A4D8B8}"/>
    <dgm:cxn modelId="{7A8DA398-494F-4DA6-9E3C-8A3220632446}" type="presOf" srcId="{D8F8D61C-D0C2-441A-BA4D-CAF18118A290}" destId="{B8735D0E-161D-4173-9668-229A507EF4A7}" srcOrd="0" destOrd="0" presId="urn:microsoft.com/office/officeart/2005/8/layout/process5"/>
    <dgm:cxn modelId="{BEEF12DD-8CCC-455D-BF6D-D273D2F6E366}" type="presOf" srcId="{AD054278-8B43-4AD5-BF07-6A8EAAFD0010}" destId="{D54225A4-ED1E-4DB9-9BF4-A25D1924F968}" srcOrd="1" destOrd="0" presId="urn:microsoft.com/office/officeart/2005/8/layout/process5"/>
    <dgm:cxn modelId="{0B55585A-7DE7-4C30-8D3E-B69981F82CFC}" type="presOf" srcId="{D1611AC2-EB72-487D-AC28-03A392F1FCAD}" destId="{DCC15EF4-2A53-4458-AFA6-50188A5CA3AB}" srcOrd="0" destOrd="0" presId="urn:microsoft.com/office/officeart/2005/8/layout/process5"/>
    <dgm:cxn modelId="{DA8510F5-C05C-4C01-A298-DCA07ECFF3D2}" type="presOf" srcId="{E0397061-82E0-4D2E-9A3C-03C469A4D8B8}" destId="{FCC19CDB-C745-4D41-B9D5-4A2B3DD897F8}" srcOrd="1" destOrd="0" presId="urn:microsoft.com/office/officeart/2005/8/layout/process5"/>
    <dgm:cxn modelId="{5DEB0402-F19C-4535-ADDE-A0E44603F032}" type="presOf" srcId="{EA56B748-E8C0-483D-A8A1-8A51598422C3}" destId="{6A8FFD8E-F670-4CEA-90DB-2E5411D1E478}" srcOrd="0" destOrd="0" presId="urn:microsoft.com/office/officeart/2005/8/layout/process5"/>
    <dgm:cxn modelId="{93D447B8-CE4E-42B1-ADFD-2CFA2957B538}" type="presOf" srcId="{AD054278-8B43-4AD5-BF07-6A8EAAFD0010}" destId="{06AFD8C5-2C90-47BC-910C-0AB07C2F19EE}" srcOrd="0" destOrd="0" presId="urn:microsoft.com/office/officeart/2005/8/layout/process5"/>
    <dgm:cxn modelId="{2A9EA2F3-09BC-44D6-BF7A-97318DA31769}" srcId="{D1611AC2-EB72-487D-AC28-03A392F1FCAD}" destId="{D8F8D61C-D0C2-441A-BA4D-CAF18118A290}" srcOrd="2" destOrd="0" parTransId="{B4EBA639-7822-4D26-8A03-13004DCB1AFD}" sibTransId="{646751A0-AD95-4664-892A-FF18CC748E64}"/>
    <dgm:cxn modelId="{8E5E89F1-6930-4DF0-A621-3D6EB04DC531}" type="presOf" srcId="{646751A0-AD95-4664-892A-FF18CC748E64}" destId="{DA59E020-6439-41BA-934E-E95A1F4D1436}" srcOrd="0" destOrd="0" presId="urn:microsoft.com/office/officeart/2005/8/layout/process5"/>
    <dgm:cxn modelId="{EE4E81BB-6AAA-4ADE-A44D-62934C278A0B}" type="presOf" srcId="{175EA2DE-7EE0-4D5A-9B3E-3E5AE625042A}" destId="{075CC447-1052-40C1-B512-0A7DF65517B8}" srcOrd="0" destOrd="0" presId="urn:microsoft.com/office/officeart/2005/8/layout/process5"/>
    <dgm:cxn modelId="{ADD325C2-A9D9-4B40-A3EA-CDB43A02574A}" srcId="{D1611AC2-EB72-487D-AC28-03A392F1FCAD}" destId="{EA56B748-E8C0-483D-A8A1-8A51598422C3}" srcOrd="1" destOrd="0" parTransId="{1D8640BD-BACB-4834-9A18-F4D581C6E682}" sibTransId="{AD054278-8B43-4AD5-BF07-6A8EAAFD0010}"/>
    <dgm:cxn modelId="{936A2A7D-DBF9-4410-884E-07FA8D9792ED}" type="presOf" srcId="{F3DB7129-03AA-49F1-827F-859C1DDCB64F}" destId="{01843A68-A3A4-4E0B-A767-4A6BBB40AA8E}" srcOrd="0" destOrd="0" presId="urn:microsoft.com/office/officeart/2005/8/layout/process5"/>
    <dgm:cxn modelId="{66357C63-806D-48F7-AF3D-635208E65E3D}" srcId="{D1611AC2-EB72-487D-AC28-03A392F1FCAD}" destId="{F3DB7129-03AA-49F1-827F-859C1DDCB64F}" srcOrd="3" destOrd="0" parTransId="{F20AEB2A-9779-427D-A987-260E554EF14B}" sibTransId="{ED75D299-E775-42C5-A3F9-A42DA3D320BC}"/>
    <dgm:cxn modelId="{7B550090-BC29-4C0C-A59D-BB5CC7FB240B}" type="presParOf" srcId="{DCC15EF4-2A53-4458-AFA6-50188A5CA3AB}" destId="{075CC447-1052-40C1-B512-0A7DF65517B8}" srcOrd="0" destOrd="0" presId="urn:microsoft.com/office/officeart/2005/8/layout/process5"/>
    <dgm:cxn modelId="{E53D5B77-9840-4E0F-B93C-C9C5AB3380A6}" type="presParOf" srcId="{DCC15EF4-2A53-4458-AFA6-50188A5CA3AB}" destId="{0112037C-268F-4460-8275-85092A47A127}" srcOrd="1" destOrd="0" presId="urn:microsoft.com/office/officeart/2005/8/layout/process5"/>
    <dgm:cxn modelId="{FB372717-418B-40DD-907E-DDDA3B197B87}" type="presParOf" srcId="{0112037C-268F-4460-8275-85092A47A127}" destId="{FCC19CDB-C745-4D41-B9D5-4A2B3DD897F8}" srcOrd="0" destOrd="0" presId="urn:microsoft.com/office/officeart/2005/8/layout/process5"/>
    <dgm:cxn modelId="{809A1475-C632-4745-B487-7697FCE612A5}" type="presParOf" srcId="{DCC15EF4-2A53-4458-AFA6-50188A5CA3AB}" destId="{6A8FFD8E-F670-4CEA-90DB-2E5411D1E478}" srcOrd="2" destOrd="0" presId="urn:microsoft.com/office/officeart/2005/8/layout/process5"/>
    <dgm:cxn modelId="{993BF2C6-A734-4187-B36F-A07A105B126C}" type="presParOf" srcId="{DCC15EF4-2A53-4458-AFA6-50188A5CA3AB}" destId="{06AFD8C5-2C90-47BC-910C-0AB07C2F19EE}" srcOrd="3" destOrd="0" presId="urn:microsoft.com/office/officeart/2005/8/layout/process5"/>
    <dgm:cxn modelId="{5858F599-57CF-4B60-A54C-4E9EB59534A1}" type="presParOf" srcId="{06AFD8C5-2C90-47BC-910C-0AB07C2F19EE}" destId="{D54225A4-ED1E-4DB9-9BF4-A25D1924F968}" srcOrd="0" destOrd="0" presId="urn:microsoft.com/office/officeart/2005/8/layout/process5"/>
    <dgm:cxn modelId="{B35A70AE-41EC-417D-B3FB-7099EBD218F2}" type="presParOf" srcId="{DCC15EF4-2A53-4458-AFA6-50188A5CA3AB}" destId="{B8735D0E-161D-4173-9668-229A507EF4A7}" srcOrd="4" destOrd="0" presId="urn:microsoft.com/office/officeart/2005/8/layout/process5"/>
    <dgm:cxn modelId="{91A2D77F-96EE-4873-B1B4-29D12820BC47}" type="presParOf" srcId="{DCC15EF4-2A53-4458-AFA6-50188A5CA3AB}" destId="{DA59E020-6439-41BA-934E-E95A1F4D1436}" srcOrd="5" destOrd="0" presId="urn:microsoft.com/office/officeart/2005/8/layout/process5"/>
    <dgm:cxn modelId="{436E1939-B1D8-426E-9F90-59BA571A62D4}" type="presParOf" srcId="{DA59E020-6439-41BA-934E-E95A1F4D1436}" destId="{81E782B1-E5C8-444F-87BD-55503E0C634D}" srcOrd="0" destOrd="0" presId="urn:microsoft.com/office/officeart/2005/8/layout/process5"/>
    <dgm:cxn modelId="{468BDED5-6AAE-4E9B-9633-69F7898D191A}" type="presParOf" srcId="{DCC15EF4-2A53-4458-AFA6-50188A5CA3AB}" destId="{01843A68-A3A4-4E0B-A767-4A6BBB40AA8E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9FFFE53-8703-4744-ABEE-0AD17FFFE758}">
      <dsp:nvSpPr>
        <dsp:cNvPr id="0" name=""/>
        <dsp:cNvSpPr/>
      </dsp:nvSpPr>
      <dsp:spPr>
        <a:xfrm>
          <a:off x="5885" y="788881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700" b="1" kern="1200" dirty="0" smtClean="0"/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Soil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1300" kern="1200" dirty="0"/>
        </a:p>
      </dsp:txBody>
      <dsp:txXfrm>
        <a:off x="5885" y="788881"/>
        <a:ext cx="1759203" cy="1055521"/>
      </dsp:txXfrm>
    </dsp:sp>
    <dsp:sp modelId="{038C1B12-1EEC-4642-BBEC-ACB135E0D146}">
      <dsp:nvSpPr>
        <dsp:cNvPr id="0" name=""/>
        <dsp:cNvSpPr/>
      </dsp:nvSpPr>
      <dsp:spPr>
        <a:xfrm>
          <a:off x="1919898" y="1098501"/>
          <a:ext cx="372951" cy="436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919898" y="1098501"/>
        <a:ext cx="372951" cy="436282"/>
      </dsp:txXfrm>
    </dsp:sp>
    <dsp:sp modelId="{DB2C5184-B542-442F-9B43-ACCFDE6AB7D9}">
      <dsp:nvSpPr>
        <dsp:cNvPr id="0" name=""/>
        <dsp:cNvSpPr/>
      </dsp:nvSpPr>
      <dsp:spPr>
        <a:xfrm>
          <a:off x="2468770" y="788881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Soil</a:t>
          </a:r>
          <a:r>
            <a:rPr lang="en-US" sz="1700" b="1" kern="1200" baseline="0" dirty="0" smtClean="0"/>
            <a:t> Moisture Sensor</a:t>
          </a:r>
          <a:endParaRPr lang="en-US" sz="1700" b="1" kern="1200" dirty="0"/>
        </a:p>
      </dsp:txBody>
      <dsp:txXfrm>
        <a:off x="2468770" y="788881"/>
        <a:ext cx="1759203" cy="1055521"/>
      </dsp:txXfrm>
    </dsp:sp>
    <dsp:sp modelId="{56878DE5-2876-4FF4-9CB4-8D25FAC526A2}">
      <dsp:nvSpPr>
        <dsp:cNvPr id="0" name=""/>
        <dsp:cNvSpPr/>
      </dsp:nvSpPr>
      <dsp:spPr>
        <a:xfrm>
          <a:off x="4382783" y="1098501"/>
          <a:ext cx="372951" cy="436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382783" y="1098501"/>
        <a:ext cx="372951" cy="436282"/>
      </dsp:txXfrm>
    </dsp:sp>
    <dsp:sp modelId="{C7B4A2FE-D7FE-42D8-A3A4-07926D4388B9}">
      <dsp:nvSpPr>
        <dsp:cNvPr id="0" name=""/>
        <dsp:cNvSpPr/>
      </dsp:nvSpPr>
      <dsp:spPr>
        <a:xfrm>
          <a:off x="4931654" y="788881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Analog Value</a:t>
          </a:r>
        </a:p>
      </dsp:txBody>
      <dsp:txXfrm>
        <a:off x="4931654" y="788881"/>
        <a:ext cx="1759203" cy="1055521"/>
      </dsp:txXfrm>
    </dsp:sp>
    <dsp:sp modelId="{9D2D9C50-FAFD-4EE9-980E-F97702C1723C}">
      <dsp:nvSpPr>
        <dsp:cNvPr id="0" name=""/>
        <dsp:cNvSpPr/>
      </dsp:nvSpPr>
      <dsp:spPr>
        <a:xfrm rot="5400000">
          <a:off x="5624781" y="1967547"/>
          <a:ext cx="372951" cy="436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5400000">
        <a:off x="5624781" y="1967547"/>
        <a:ext cx="372951" cy="436282"/>
      </dsp:txXfrm>
    </dsp:sp>
    <dsp:sp modelId="{A9C50A67-BF71-426E-B38D-5B778F52C969}">
      <dsp:nvSpPr>
        <dsp:cNvPr id="0" name=""/>
        <dsp:cNvSpPr/>
      </dsp:nvSpPr>
      <dsp:spPr>
        <a:xfrm>
          <a:off x="4931654" y="2548084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Esp32 Microcontroller</a:t>
          </a:r>
          <a:endParaRPr lang="en-US" sz="1700" b="1" kern="1200" dirty="0"/>
        </a:p>
      </dsp:txBody>
      <dsp:txXfrm>
        <a:off x="4931654" y="2548084"/>
        <a:ext cx="1759203" cy="1055521"/>
      </dsp:txXfrm>
    </dsp:sp>
    <dsp:sp modelId="{7D9814B6-7780-42AA-9BC1-687EDAD5707E}">
      <dsp:nvSpPr>
        <dsp:cNvPr id="0" name=""/>
        <dsp:cNvSpPr/>
      </dsp:nvSpPr>
      <dsp:spPr>
        <a:xfrm rot="10800000">
          <a:off x="4403893" y="2857704"/>
          <a:ext cx="372951" cy="436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4403893" y="2857704"/>
        <a:ext cx="372951" cy="436282"/>
      </dsp:txXfrm>
    </dsp:sp>
    <dsp:sp modelId="{F766E2F4-E69A-49A3-BF1A-F71818E83FF7}">
      <dsp:nvSpPr>
        <dsp:cNvPr id="0" name=""/>
        <dsp:cNvSpPr/>
      </dsp:nvSpPr>
      <dsp:spPr>
        <a:xfrm>
          <a:off x="2468770" y="2548084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Ubidots</a:t>
          </a:r>
          <a:endParaRPr lang="en-US" sz="1700" b="1" kern="1200" dirty="0"/>
        </a:p>
      </dsp:txBody>
      <dsp:txXfrm>
        <a:off x="2468770" y="2548084"/>
        <a:ext cx="1759203" cy="1055521"/>
      </dsp:txXfrm>
    </dsp:sp>
    <dsp:sp modelId="{6C5DF183-01C0-495C-BFB7-BE02A5ACB814}">
      <dsp:nvSpPr>
        <dsp:cNvPr id="0" name=""/>
        <dsp:cNvSpPr/>
      </dsp:nvSpPr>
      <dsp:spPr>
        <a:xfrm rot="10800000">
          <a:off x="1941009" y="2857704"/>
          <a:ext cx="372951" cy="4362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10800000">
        <a:off x="1941009" y="2857704"/>
        <a:ext cx="372951" cy="436282"/>
      </dsp:txXfrm>
    </dsp:sp>
    <dsp:sp modelId="{A9BB2517-B943-4079-B236-CBAC8F7C43AC}">
      <dsp:nvSpPr>
        <dsp:cNvPr id="0" name=""/>
        <dsp:cNvSpPr/>
      </dsp:nvSpPr>
      <dsp:spPr>
        <a:xfrm>
          <a:off x="5885" y="2548084"/>
          <a:ext cx="1759203" cy="10555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kern="1200" dirty="0" smtClean="0"/>
            <a:t>Alert</a:t>
          </a:r>
          <a:endParaRPr lang="en-US" sz="1700" b="1" kern="1200" dirty="0"/>
        </a:p>
      </dsp:txBody>
      <dsp:txXfrm>
        <a:off x="5885" y="2548084"/>
        <a:ext cx="1759203" cy="1055521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24A170-4766-4BCD-94C6-FD4F8FBC5221}">
      <dsp:nvSpPr>
        <dsp:cNvPr id="0" name=""/>
        <dsp:cNvSpPr/>
      </dsp:nvSpPr>
      <dsp:spPr>
        <a:xfrm>
          <a:off x="432047" y="13501"/>
          <a:ext cx="648072" cy="6480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accent1">
                  <a:lumMod val="60000"/>
                  <a:lumOff val="40000"/>
                </a:schemeClr>
              </a:solidFill>
            </a:rPr>
            <a:t>.</a:t>
          </a:r>
          <a:endParaRPr lang="en-US" sz="2000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518457" y="126914"/>
        <a:ext cx="475252" cy="291632"/>
      </dsp:txXfrm>
    </dsp:sp>
    <dsp:sp modelId="{8483F14F-DAC3-4016-8EAF-5B9803F7753C}">
      <dsp:nvSpPr>
        <dsp:cNvPr id="0" name=""/>
        <dsp:cNvSpPr/>
      </dsp:nvSpPr>
      <dsp:spPr>
        <a:xfrm>
          <a:off x="665893" y="418546"/>
          <a:ext cx="648072" cy="6480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864096" y="585965"/>
        <a:ext cx="388843" cy="356439"/>
      </dsp:txXfrm>
    </dsp:sp>
    <dsp:sp modelId="{2F527D17-96BE-4207-9FDF-90CD568D67C2}">
      <dsp:nvSpPr>
        <dsp:cNvPr id="0" name=""/>
        <dsp:cNvSpPr/>
      </dsp:nvSpPr>
      <dsp:spPr>
        <a:xfrm>
          <a:off x="198202" y="418546"/>
          <a:ext cx="648072" cy="6480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000" kern="1200" dirty="0">
            <a:solidFill>
              <a:schemeClr val="accent1">
                <a:lumMod val="60000"/>
                <a:lumOff val="40000"/>
              </a:schemeClr>
            </a:solidFill>
          </a:endParaRPr>
        </a:p>
      </dsp:txBody>
      <dsp:txXfrm>
        <a:off x="259228" y="585965"/>
        <a:ext cx="388843" cy="356439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75CC447-1052-40C1-B512-0A7DF65517B8}">
      <dsp:nvSpPr>
        <dsp:cNvPr id="0" name=""/>
        <dsp:cNvSpPr/>
      </dsp:nvSpPr>
      <dsp:spPr>
        <a:xfrm>
          <a:off x="236297" y="956"/>
          <a:ext cx="1618984" cy="97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DHT Sensor</a:t>
          </a:r>
          <a:endParaRPr lang="en-US" sz="1700" kern="1200" dirty="0"/>
        </a:p>
      </dsp:txBody>
      <dsp:txXfrm>
        <a:off x="236297" y="956"/>
        <a:ext cx="1618984" cy="971390"/>
      </dsp:txXfrm>
    </dsp:sp>
    <dsp:sp modelId="{0112037C-268F-4460-8275-85092A47A127}">
      <dsp:nvSpPr>
        <dsp:cNvPr id="0" name=""/>
        <dsp:cNvSpPr/>
      </dsp:nvSpPr>
      <dsp:spPr>
        <a:xfrm>
          <a:off x="2016224" y="288033"/>
          <a:ext cx="343224" cy="40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2016224" y="288033"/>
        <a:ext cx="343224" cy="401508"/>
      </dsp:txXfrm>
    </dsp:sp>
    <dsp:sp modelId="{6A8FFD8E-F670-4CEA-90DB-2E5411D1E478}">
      <dsp:nvSpPr>
        <dsp:cNvPr id="0" name=""/>
        <dsp:cNvSpPr/>
      </dsp:nvSpPr>
      <dsp:spPr>
        <a:xfrm>
          <a:off x="2502875" y="956"/>
          <a:ext cx="1618984" cy="97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Esp32 Microcontroller</a:t>
          </a:r>
          <a:endParaRPr lang="en-US" sz="1700" kern="1200" dirty="0"/>
        </a:p>
      </dsp:txBody>
      <dsp:txXfrm>
        <a:off x="2502875" y="956"/>
        <a:ext cx="1618984" cy="971390"/>
      </dsp:txXfrm>
    </dsp:sp>
    <dsp:sp modelId="{06AFD8C5-2C90-47BC-910C-0AB07C2F19EE}">
      <dsp:nvSpPr>
        <dsp:cNvPr id="0" name=""/>
        <dsp:cNvSpPr/>
      </dsp:nvSpPr>
      <dsp:spPr>
        <a:xfrm>
          <a:off x="4264330" y="285897"/>
          <a:ext cx="343224" cy="40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4264330" y="285897"/>
        <a:ext cx="343224" cy="401508"/>
      </dsp:txXfrm>
    </dsp:sp>
    <dsp:sp modelId="{B8735D0E-161D-4173-9668-229A507EF4A7}">
      <dsp:nvSpPr>
        <dsp:cNvPr id="0" name=""/>
        <dsp:cNvSpPr/>
      </dsp:nvSpPr>
      <dsp:spPr>
        <a:xfrm>
          <a:off x="4769454" y="956"/>
          <a:ext cx="1618984" cy="97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Ubidots</a:t>
          </a:r>
          <a:endParaRPr lang="en-US" sz="1700" kern="1200" dirty="0"/>
        </a:p>
      </dsp:txBody>
      <dsp:txXfrm>
        <a:off x="4769454" y="956"/>
        <a:ext cx="1618984" cy="971390"/>
      </dsp:txXfrm>
    </dsp:sp>
    <dsp:sp modelId="{DA59E020-6439-41BA-934E-E95A1F4D1436}">
      <dsp:nvSpPr>
        <dsp:cNvPr id="0" name=""/>
        <dsp:cNvSpPr/>
      </dsp:nvSpPr>
      <dsp:spPr>
        <a:xfrm rot="5400000">
          <a:off x="5407334" y="1085676"/>
          <a:ext cx="343224" cy="4015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 rot="5400000">
        <a:off x="5407334" y="1085676"/>
        <a:ext cx="343224" cy="401508"/>
      </dsp:txXfrm>
    </dsp:sp>
    <dsp:sp modelId="{01843A68-A3A4-4E0B-A767-4A6BBB40AA8E}">
      <dsp:nvSpPr>
        <dsp:cNvPr id="0" name=""/>
        <dsp:cNvSpPr/>
      </dsp:nvSpPr>
      <dsp:spPr>
        <a:xfrm>
          <a:off x="4769454" y="1619940"/>
          <a:ext cx="1618984" cy="97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Alert</a:t>
          </a:r>
          <a:endParaRPr lang="en-US" sz="1700" kern="1200" dirty="0"/>
        </a:p>
      </dsp:txBody>
      <dsp:txXfrm>
        <a:off x="4769454" y="1619940"/>
        <a:ext cx="1618984" cy="9713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609F5-54CC-4512-9563-B1CA68A531A7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29C9B-2BAC-4378-A8E1-FEC045E86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29C9B-2BAC-4378-A8E1-FEC045E860A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73D68-F6AD-48CB-9334-0054612988F6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C84B-A820-43B9-B0F4-4A9513FA984D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07FB6-10CD-479D-962E-1EB8236B3873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740EE-1331-47AE-B560-199D062557A5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7C341-9385-4669-A29D-AC84F9FEF84F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D0444-C14A-46F7-B210-F1315F52B562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A359-FFE1-4B51-9434-B2F648C3CED2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3391C-8FA1-4C13-85EA-60A0D544C04A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02417-5BB5-493A-A7A2-34229E1E693B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F659-8C41-4C40-A27E-BBCDF3097756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98983-F6E3-4C1F-B422-9357193BA462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61F34-0022-4A0C-9E16-75CE60E136CA}" type="datetime1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BD9BE-9ACA-468F-9B7B-0CCB0F5580B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60648"/>
            <a:ext cx="91440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600" b="1" cap="all" spc="0" dirty="0" smtClean="0">
                <a:ln w="0"/>
                <a:solidFill>
                  <a:schemeClr val="bg1"/>
                </a:solidFill>
                <a:effectLst/>
                <a:latin typeface="Verdana" pitchFamily="34" charset="0"/>
                <a:ea typeface="Verdana" pitchFamily="34" charset="0"/>
                <a:cs typeface="Times New Roman" pitchFamily="18" charset="0"/>
              </a:rPr>
              <a:t>Smart agriculture monitoring system Using </a:t>
            </a:r>
            <a:r>
              <a:rPr lang="en-US" sz="3600" b="1" cap="all" spc="0" dirty="0" err="1" smtClean="0">
                <a:ln w="0"/>
                <a:solidFill>
                  <a:schemeClr val="bg1"/>
                </a:solidFill>
                <a:effectLst/>
                <a:latin typeface="Verdana" pitchFamily="34" charset="0"/>
                <a:ea typeface="Verdana" pitchFamily="34" charset="0"/>
                <a:cs typeface="Times New Roman" pitchFamily="18" charset="0"/>
              </a:rPr>
              <a:t>i</a:t>
            </a:r>
            <a:r>
              <a:rPr lang="en-US" sz="3600" b="1" spc="0" dirty="0" err="1" smtClean="0">
                <a:ln w="0"/>
                <a:solidFill>
                  <a:schemeClr val="bg1"/>
                </a:solidFill>
                <a:effectLst/>
                <a:latin typeface="Verdana" pitchFamily="34" charset="0"/>
                <a:ea typeface="Verdana" pitchFamily="34" charset="0"/>
                <a:cs typeface="Times New Roman" pitchFamily="18" charset="0"/>
              </a:rPr>
              <a:t>o</a:t>
            </a:r>
            <a:r>
              <a:rPr lang="en-US" sz="3600" b="1" cap="all" spc="0" dirty="0" err="1" smtClean="0">
                <a:ln w="0"/>
                <a:solidFill>
                  <a:schemeClr val="bg1"/>
                </a:solidFill>
                <a:effectLst/>
                <a:latin typeface="Verdana" pitchFamily="34" charset="0"/>
                <a:ea typeface="Verdana" pitchFamily="34" charset="0"/>
                <a:cs typeface="Times New Roman" pitchFamily="18" charset="0"/>
              </a:rPr>
              <a:t>t</a:t>
            </a:r>
            <a:endParaRPr lang="en-US" sz="3600" b="1" cap="all" spc="0" dirty="0">
              <a:ln w="0"/>
              <a:solidFill>
                <a:schemeClr val="bg1"/>
              </a:solidFill>
              <a:effectLst/>
              <a:latin typeface="Verdana" pitchFamily="34" charset="0"/>
              <a:ea typeface="Verdana" pitchFamily="34" charset="0"/>
              <a:cs typeface="Times New Roman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43608" y="4653136"/>
            <a:ext cx="692882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</a:t>
            </a:r>
            <a:r>
              <a:rPr lang="en-US" sz="5400" b="1" spc="0" dirty="0" smtClean="0">
                <a:ln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y:-</a:t>
            </a:r>
          </a:p>
          <a:p>
            <a:pPr algn="ctr"/>
            <a:r>
              <a:rPr lang="en-US" sz="5400" b="1" cap="all" dirty="0" smtClean="0">
                <a:ln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Cooper Black" pitchFamily="18" charset="0"/>
              </a:rPr>
              <a:t>Nischal </a:t>
            </a:r>
            <a:r>
              <a:rPr lang="en-US" sz="5400" b="1" cap="all" dirty="0" err="1" smtClean="0">
                <a:ln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Cooper Black" pitchFamily="18" charset="0"/>
              </a:rPr>
              <a:t>jain</a:t>
            </a:r>
            <a:r>
              <a:rPr lang="en-US" sz="5400" b="1" cap="all" dirty="0" smtClean="0">
                <a:ln>
                  <a:solidFill>
                    <a:schemeClr val="bg1"/>
                  </a:solidFill>
                </a:ln>
                <a:solidFill>
                  <a:schemeClr val="accent6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Cooper Black" pitchFamily="18" charset="0"/>
              </a:rPr>
              <a:t> h s</a:t>
            </a:r>
            <a:endParaRPr lang="en-US" sz="5400" b="1" cap="all" spc="0" dirty="0">
              <a:ln>
                <a:solidFill>
                  <a:schemeClr val="bg1"/>
                </a:solidFill>
              </a:ln>
              <a:solidFill>
                <a:schemeClr val="accent6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Cooper Black" pitchFamily="18" charset="0"/>
            </a:endParaRPr>
          </a:p>
        </p:txBody>
      </p:sp>
      <p:sp>
        <p:nvSpPr>
          <p:cNvPr id="20482" name="AutoShape 2" descr="Smart Farming Technology Integration in Agriculture IOT and Sustainable  Solutions for Crop Monitoring and Optimized Yield 70702335 Stock Photo at 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484" name="AutoShape 4" descr="Smart Farming Technology Integration in Agriculture IOT and Sustainable  Solutions for Crop Monitoring and Optimized Yield 70702335 Stock Photo at  Vecteez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25400" y="44624"/>
            <a:ext cx="307808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spc="0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Contents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404664"/>
            <a:ext cx="864096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Introduction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2. Components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Methodology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3.1 Sensing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3.2 Data Transmission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3.3</a:t>
            </a:r>
            <a:r>
              <a:rPr lang="en-US" sz="2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Decision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Logic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 Hardware Setup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5. Protocols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en-US" sz="2000" b="1" cap="all" dirty="0">
                <a:ln w="0"/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Programming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7.Application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8. Future Scope</a:t>
            </a:r>
          </a:p>
          <a:p>
            <a:pPr>
              <a:lnSpc>
                <a:spcPct val="20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52461" y="188640"/>
            <a:ext cx="47227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spc="0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1.Introduction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628800"/>
            <a:ext cx="896448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Manual irrigation leads to water wastage and inefficient crop management.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Monitors soil moisture, temperature, and humidity using sensors.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Sends real-time data to the cloud  via ESP32.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Provides smart decisions and alerts for efficient irrigation and crop health.</a:t>
            </a:r>
          </a:p>
        </p:txBody>
      </p:sp>
      <p:pic>
        <p:nvPicPr>
          <p:cNvPr id="9" name="Picture 8" descr="intr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4005064"/>
            <a:ext cx="6983760" cy="266900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47864" y="4077072"/>
            <a:ext cx="2160240" cy="288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3563" y="344850"/>
            <a:ext cx="440056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spc="0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2.Components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1196752"/>
            <a:ext cx="3916906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HARDWARE REQUIRED 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1626564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Esp32 Microcontroller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528" y="2202628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Soil Moisture 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28" y="2778692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DHT Sensor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528" y="3354756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Breadboard &amp; Jumper Wires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281" y="4171146"/>
            <a:ext cx="3795655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SOFTWARE REQUIRED 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3528" y="4725144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ESP-IDF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528" y="5370980"/>
            <a:ext cx="6912768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smtClean="0"/>
              <a:t>Ubidots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1977" y="344850"/>
            <a:ext cx="474373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spc="0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3.Methodology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259632" y="1772816"/>
          <a:ext cx="6696744" cy="4392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251520" y="1268760"/>
            <a:ext cx="207140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3.1 Sensing</a:t>
            </a:r>
            <a:r>
              <a:rPr lang="en-US" sz="3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15816" y="1700808"/>
            <a:ext cx="346703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Soil Moisture Sensor</a:t>
            </a:r>
            <a:endParaRPr lang="en-US" sz="30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40515" y="836712"/>
            <a:ext cx="238558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DHT22 Sensor</a:t>
            </a:r>
            <a:endParaRPr lang="en-US" sz="30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79512" y="2420888"/>
          <a:ext cx="1512168" cy="1080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2051720" y="2564904"/>
          <a:ext cx="6624736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Right Arrow 6"/>
          <p:cNvSpPr/>
          <p:nvPr/>
        </p:nvSpPr>
        <p:spPr>
          <a:xfrm>
            <a:off x="1619672" y="2852936"/>
            <a:ext cx="360040" cy="360040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545" y="332656"/>
            <a:ext cx="384239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3.2  Data Transmission</a:t>
            </a:r>
            <a:r>
              <a:rPr lang="en-US" sz="3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5" descr="szk4AYS0zff-5mFJRkOk34f5-wCjSAdI19u5XhuH_YM4DZcmQc7umXrbq4XRZf1cpEBfLWxUoVjYfF4WunSnBN7sttZwwACrlnEkoDrsxLmh1p5wz_NJXkBOkgPYKBcibGfIctFjMZkOHJCtI5LqwSCci2sqsxaYOg5Joa92YMluq48wnHy5JC3h4_mv9_gy-removeb.png"/>
          <p:cNvPicPr>
            <a:picLocks noChangeAspect="1"/>
          </p:cNvPicPr>
          <p:nvPr/>
        </p:nvPicPr>
        <p:blipFill>
          <a:blip r:embed="rId2" cstate="print"/>
          <a:srcRect l="19653" t="39284" r="54143"/>
          <a:stretch>
            <a:fillRect/>
          </a:stretch>
        </p:blipFill>
        <p:spPr>
          <a:xfrm>
            <a:off x="5004048" y="1556792"/>
            <a:ext cx="1152128" cy="2003316"/>
          </a:xfrm>
          <a:prstGeom prst="rect">
            <a:avLst/>
          </a:prstGeom>
        </p:spPr>
      </p:pic>
      <p:pic>
        <p:nvPicPr>
          <p:cNvPr id="7" name="Picture 6" descr="dht.png"/>
          <p:cNvPicPr>
            <a:picLocks noChangeAspect="1"/>
          </p:cNvPicPr>
          <p:nvPr/>
        </p:nvPicPr>
        <p:blipFill>
          <a:blip r:embed="rId3" cstate="print"/>
          <a:srcRect l="15981" t="17871" r="15980" b="17870"/>
          <a:stretch>
            <a:fillRect/>
          </a:stretch>
        </p:blipFill>
        <p:spPr>
          <a:xfrm>
            <a:off x="683569" y="1628800"/>
            <a:ext cx="838682" cy="792088"/>
          </a:xfrm>
          <a:prstGeom prst="rect">
            <a:avLst/>
          </a:prstGeom>
        </p:spPr>
      </p:pic>
      <p:pic>
        <p:nvPicPr>
          <p:cNvPr id="8" name="Picture 7" descr="soil.png"/>
          <p:cNvPicPr>
            <a:picLocks noChangeAspect="1"/>
          </p:cNvPicPr>
          <p:nvPr/>
        </p:nvPicPr>
        <p:blipFill>
          <a:blip r:embed="rId4" cstate="print"/>
          <a:srcRect l="6531" t="12200" r="6531" b="12201"/>
          <a:stretch>
            <a:fillRect/>
          </a:stretch>
        </p:blipFill>
        <p:spPr>
          <a:xfrm>
            <a:off x="827584" y="2780928"/>
            <a:ext cx="910901" cy="792088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1907704" y="2276872"/>
            <a:ext cx="295232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5536" y="521990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ESP32 reads using ADC / GPIO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5536" y="5867980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Data converted into usable values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5536" y="458112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Sensors generate analog/digital data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3568" y="371703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Sensors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148064" y="371703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Esp32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5545" y="332656"/>
            <a:ext cx="384239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3.2  Data Transmission</a:t>
            </a:r>
            <a:r>
              <a:rPr lang="en-US" sz="30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 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" name="Picture 5" descr="szk4AYS0zff-5mFJRkOk34f5-wCjSAdI19u5XhuH_YM4DZcmQc7umXrbq4XRZf1cpEBfLWxUoVjYfF4WunSnBN7sttZwwACrlnEkoDrsxLmh1p5wz_NJXkBOkgPYKBcibGfIctFjMZkOHJCtI5LqwSCci2sqsxaYOg5Joa92YMluq48wnHy5JC3h4_mv9_gy-removeb.png"/>
          <p:cNvPicPr>
            <a:picLocks noChangeAspect="1"/>
          </p:cNvPicPr>
          <p:nvPr/>
        </p:nvPicPr>
        <p:blipFill>
          <a:blip r:embed="rId2" cstate="print"/>
          <a:srcRect l="19653" t="39284" r="54143"/>
          <a:stretch>
            <a:fillRect/>
          </a:stretch>
        </p:blipFill>
        <p:spPr>
          <a:xfrm>
            <a:off x="539552" y="1556792"/>
            <a:ext cx="1152128" cy="2003316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1907704" y="2276872"/>
            <a:ext cx="2952328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95536" y="521990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HTTP protocol is used to send sensor data from ESP32 to </a:t>
            </a:r>
            <a:r>
              <a:rPr lang="en-US" dirty="0" err="1" smtClean="0"/>
              <a:t>Ubidots</a:t>
            </a:r>
            <a:r>
              <a:rPr lang="en-US" dirty="0" smtClean="0"/>
              <a:t> cloud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5536" y="5867980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Cloud stores and processes data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95536" y="458112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err="1" smtClean="0"/>
              <a:t>WiFi</a:t>
            </a:r>
            <a:r>
              <a:rPr lang="en-US" dirty="0" smtClean="0"/>
              <a:t> module of ESP32 enables internet connectivity.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11560" y="371703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Esp32</a:t>
            </a:r>
            <a:endParaRPr lang="en-US" dirty="0"/>
          </a:p>
        </p:txBody>
      </p:sp>
      <p:pic>
        <p:nvPicPr>
          <p:cNvPr id="18" name="Picture 17" descr="ubidots.png"/>
          <p:cNvPicPr>
            <a:picLocks noChangeAspect="1"/>
          </p:cNvPicPr>
          <p:nvPr/>
        </p:nvPicPr>
        <p:blipFill>
          <a:blip r:embed="rId3" cstate="print"/>
          <a:srcRect t="37799" b="37631"/>
          <a:stretch>
            <a:fillRect/>
          </a:stretch>
        </p:blipFill>
        <p:spPr>
          <a:xfrm>
            <a:off x="5076056" y="1988840"/>
            <a:ext cx="3223846" cy="792088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498738"/>
            <a:ext cx="301076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3.3 Decision Logic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552" y="1340768"/>
            <a:ext cx="2379434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Event 1: Dry Soil</a:t>
            </a:r>
            <a:endParaRPr lang="en-US" sz="26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2160" y="1844824"/>
            <a:ext cx="2566962" cy="1211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5536" y="242088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Condition: Soil Moisture &gt; 2500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2924944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Inference: Soil is dry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95536" y="4149080"/>
            <a:ext cx="7560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⚠️ Soil is DRY!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Current Value: 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Please irrigate the field.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350100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Triggers SMS, Call, Email alerts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4208" y="3789040"/>
            <a:ext cx="2331144" cy="260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498738"/>
            <a:ext cx="301076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3.3 Decision Logic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340768"/>
            <a:ext cx="4676986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Event 2: Wet Soil / High Humidity</a:t>
            </a:r>
            <a:endParaRPr lang="en-US" sz="26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38095"/>
          <a:stretch>
            <a:fillRect/>
          </a:stretch>
        </p:blipFill>
        <p:spPr bwMode="auto">
          <a:xfrm>
            <a:off x="6372200" y="1844823"/>
            <a:ext cx="2304256" cy="149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5536" y="242088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Condition: Soil &lt; 1500 OR Humidity &gt; 80%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2924944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Inference: Overwatering risk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95536" y="4077072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Overwatering risk !!!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Stop irrigation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3491716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Triggers SMS, Call alerts</a:t>
            </a:r>
            <a:endParaRPr lang="en-US" dirty="0"/>
          </a:p>
        </p:txBody>
      </p:sp>
      <p:pic>
        <p:nvPicPr>
          <p:cNvPr id="11" name="Picture 10" descr="Screenshot 2026-04-22 124615.png"/>
          <p:cNvPicPr>
            <a:picLocks noChangeAspect="1"/>
          </p:cNvPicPr>
          <p:nvPr/>
        </p:nvPicPr>
        <p:blipFill>
          <a:blip r:embed="rId3" cstate="print"/>
          <a:srcRect l="4873" r="18411" b="45816"/>
          <a:stretch>
            <a:fillRect/>
          </a:stretch>
        </p:blipFill>
        <p:spPr>
          <a:xfrm>
            <a:off x="6228184" y="3645024"/>
            <a:ext cx="2448272" cy="279766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498738"/>
            <a:ext cx="3010760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3.3 Decision Logic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552" y="1268760"/>
            <a:ext cx="3871573" cy="49244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60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Event 3: Extreme Condition</a:t>
            </a:r>
            <a:endParaRPr lang="en-US" sz="2600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effectLst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r="38095"/>
          <a:stretch>
            <a:fillRect/>
          </a:stretch>
        </p:blipFill>
        <p:spPr bwMode="auto">
          <a:xfrm>
            <a:off x="6516216" y="1844824"/>
            <a:ext cx="2304256" cy="149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5536" y="2420888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Condition: Soil &gt; 2500 AND Humidity &lt; 40% AND Temp &gt; 35°C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95536" y="2924944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Inference: Extreme condition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95536" y="4077072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CRITICAL CONDITION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Irrigation is Necessary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3491716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Triggers SMS, Call alerts</a:t>
            </a:r>
            <a:endParaRPr lang="en-US" dirty="0"/>
          </a:p>
        </p:txBody>
      </p:sp>
      <p:pic>
        <p:nvPicPr>
          <p:cNvPr id="11" name="Picture 10" descr="Screenshot 2026-04-22 124721.png"/>
          <p:cNvPicPr>
            <a:picLocks noChangeAspect="1"/>
          </p:cNvPicPr>
          <p:nvPr/>
        </p:nvPicPr>
        <p:blipFill>
          <a:blip r:embed="rId3" cstate="print"/>
          <a:srcRect l="5077" t="3586" r="10936"/>
          <a:stretch>
            <a:fillRect/>
          </a:stretch>
        </p:blipFill>
        <p:spPr>
          <a:xfrm>
            <a:off x="6084168" y="3429000"/>
            <a:ext cx="2808312" cy="2848968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l="17525" t="9619" r="28926" b="7662"/>
          <a:stretch>
            <a:fillRect/>
          </a:stretch>
        </p:blipFill>
        <p:spPr bwMode="auto">
          <a:xfrm>
            <a:off x="599559" y="1324721"/>
            <a:ext cx="8004889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 descr="SoilMoistureSensorModule-Robocraze_1_8694d85c-4606-4a58-90a9-015e15b985dc-removebg-preview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2883853">
            <a:off x="2054164" y="1445383"/>
            <a:ext cx="909874" cy="9268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31233" y="2044801"/>
            <a:ext cx="504056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14874" y="272842"/>
            <a:ext cx="559794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spc="0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4.Hardware Setup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5157192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Soil moisture  sensor -&gt;GPIO34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DHT22 sensor -&gt; GPIO5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68923" y="416858"/>
            <a:ext cx="388984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5.Protocols</a:t>
            </a:r>
            <a:endParaRPr lang="en-US" sz="3600" b="1" cap="all" spc="0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1730132"/>
            <a:ext cx="763284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Single-wire </a:t>
            </a:r>
            <a:r>
              <a:rPr lang="en-US" b="1" dirty="0" smtClean="0"/>
              <a:t>protocol</a:t>
            </a:r>
            <a:r>
              <a:rPr lang="en-US" dirty="0" smtClean="0"/>
              <a:t>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Serial </a:t>
            </a:r>
            <a:r>
              <a:rPr lang="en-US" dirty="0"/>
              <a:t>communication </a:t>
            </a:r>
            <a:r>
              <a:rPr lang="en-US" dirty="0" smtClean="0"/>
              <a:t>interfaces.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Sensors uses single-wire communication protocol for data transmission.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544" y="3779455"/>
            <a:ext cx="7200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/>
              <a:t>HTTP protocol</a:t>
            </a:r>
            <a:r>
              <a:rPr lang="en-US" dirty="0" smtClean="0"/>
              <a:t>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HTTP protocol is used to send sensor data from ESP32 to </a:t>
            </a:r>
            <a:r>
              <a:rPr lang="en-US" dirty="0" err="1" smtClean="0"/>
              <a:t>Ubidots</a:t>
            </a:r>
            <a:r>
              <a:rPr lang="en-US" dirty="0" smtClean="0"/>
              <a:t> cloud.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ESP32 acts as a client and sends data using REST API over </a:t>
            </a:r>
            <a:r>
              <a:rPr lang="en-US" dirty="0" err="1" smtClean="0"/>
              <a:t>WiFi</a:t>
            </a:r>
            <a:r>
              <a:rPr lang="en-US" dirty="0" smtClean="0"/>
              <a:t>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/>
              <a:t>Ubidots</a:t>
            </a:r>
            <a:r>
              <a:rPr lang="en-US" dirty="0" smtClean="0"/>
              <a:t> stores and visualizes data in real-time dashboard.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0856" y="344850"/>
            <a:ext cx="472597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6.Programming</a:t>
            </a:r>
            <a:endParaRPr lang="en-US" sz="4000" b="1" cap="all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2492896"/>
            <a:ext cx="7920880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ESP-IDF is the development framework.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It is used to program the ESP32 microcontroller.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Modular code structure: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- </a:t>
            </a:r>
            <a:r>
              <a:rPr lang="en-US" dirty="0" err="1" smtClean="0"/>
              <a:t>soil.c</a:t>
            </a:r>
            <a:r>
              <a:rPr lang="en-US" dirty="0" smtClean="0"/>
              <a:t> → Soil sensor reading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- </a:t>
            </a:r>
            <a:r>
              <a:rPr lang="en-US" dirty="0" err="1" smtClean="0"/>
              <a:t>dht_sensor.c</a:t>
            </a:r>
            <a:r>
              <a:rPr lang="en-US" dirty="0" smtClean="0"/>
              <a:t> → Temperature &amp; humidity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- </a:t>
            </a:r>
            <a:r>
              <a:rPr lang="en-US" dirty="0" err="1" smtClean="0"/>
              <a:t>ubidots.c</a:t>
            </a:r>
            <a:r>
              <a:rPr lang="en-US" dirty="0" smtClean="0"/>
              <a:t> → Cloud communication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- </a:t>
            </a:r>
            <a:r>
              <a:rPr lang="en-US" dirty="0" err="1" smtClean="0"/>
              <a:t>wifi.c</a:t>
            </a:r>
            <a:r>
              <a:rPr lang="en-US" dirty="0" smtClean="0"/>
              <a:t> → Connectivity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- </a:t>
            </a:r>
            <a:r>
              <a:rPr lang="en-US" dirty="0" err="1" smtClean="0"/>
              <a:t>main.c</a:t>
            </a:r>
            <a:r>
              <a:rPr lang="en-US" dirty="0" smtClean="0"/>
              <a:t> → Integration logic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>
              <a:lnSpc>
                <a:spcPct val="150000"/>
              </a:lnSpc>
            </a:pPr>
            <a:endParaRPr lang="en-US" dirty="0" smtClean="0"/>
          </a:p>
        </p:txBody>
      </p:sp>
      <p:pic>
        <p:nvPicPr>
          <p:cNvPr id="7" name="Picture 6" descr="espidf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31840" y="1772816"/>
            <a:ext cx="2102480" cy="15121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1560" y="1268760"/>
            <a:ext cx="1362297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ESP IDF</a:t>
            </a:r>
            <a:endParaRPr lang="en-US" sz="30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64766" y="488866"/>
            <a:ext cx="449815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effectLst/>
                <a:latin typeface="Arial Rounded MT Bold" pitchFamily="34" charset="0"/>
                <a:cs typeface="Times New Roman" pitchFamily="18" charset="0"/>
              </a:rPr>
              <a:t>7.APPLICATIONS</a:t>
            </a:r>
            <a:endParaRPr lang="en-US" sz="4000" b="1" cap="all" dirty="0">
              <a:ln w="0"/>
              <a:effectLst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3528" y="548680"/>
            <a:ext cx="792088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endParaRPr lang="en-US" sz="3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Greenhouse automation systems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Water conservation in agriculture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Precision farming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Crop health monitoring</a:t>
            </a:r>
          </a:p>
        </p:txBody>
      </p:sp>
      <p:pic>
        <p:nvPicPr>
          <p:cNvPr id="4100" name="Picture 4" descr="Blog - What is an intelligent irrigation system? Smartphone app controls water-saving irrigation."/>
          <p:cNvPicPr>
            <a:picLocks noChangeAspect="1" noChangeArrowheads="1"/>
          </p:cNvPicPr>
          <p:nvPr/>
        </p:nvPicPr>
        <p:blipFill>
          <a:blip r:embed="rId2" cstate="print"/>
          <a:srcRect r="40021"/>
          <a:stretch>
            <a:fillRect/>
          </a:stretch>
        </p:blipFill>
        <p:spPr bwMode="auto">
          <a:xfrm>
            <a:off x="5508104" y="4365104"/>
            <a:ext cx="2520280" cy="2031356"/>
          </a:xfrm>
          <a:prstGeom prst="rect">
            <a:avLst/>
          </a:prstGeom>
          <a:noFill/>
        </p:spPr>
      </p:pic>
      <p:pic>
        <p:nvPicPr>
          <p:cNvPr id="4102" name="Picture 6" descr="Greenhouse Conditions Monitoring | Logicbus Inc."/>
          <p:cNvPicPr>
            <a:picLocks noChangeAspect="1" noChangeArrowheads="1"/>
          </p:cNvPicPr>
          <p:nvPr/>
        </p:nvPicPr>
        <p:blipFill>
          <a:blip r:embed="rId3" cstate="print"/>
          <a:srcRect l="4541" t="8116" r="4632" b="55213"/>
          <a:stretch>
            <a:fillRect/>
          </a:stretch>
        </p:blipFill>
        <p:spPr bwMode="auto">
          <a:xfrm>
            <a:off x="5436096" y="1916832"/>
            <a:ext cx="2516037" cy="1989387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56464" y="488866"/>
            <a:ext cx="471475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latin typeface="Arial Rounded MT Bold" pitchFamily="34" charset="0"/>
                <a:cs typeface="Times New Roman" pitchFamily="18" charset="0"/>
              </a:rPr>
              <a:t>8.Future Scope</a:t>
            </a:r>
            <a:endParaRPr lang="en-US" sz="4000" b="1" cap="all" dirty="0">
              <a:ln w="0"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536" y="1340768"/>
            <a:ext cx="8208912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Automatic motor control.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Mobile app integration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Weather-based irrigation</a:t>
            </a:r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AI-based crop prediction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  <p:pic>
        <p:nvPicPr>
          <p:cNvPr id="1026" name="Picture 2" descr="https://images.openai.com/static-rsc-4/fS-ABfUgY57Q6_tfnzwm5UAoDkUZdBhjotf5pYLXqy553fMFOQ2dKphhDf52gJDQ-STkY3fqYSr33Tu1g2DQdN7WW11bUEYjwIg1TefpXespOdBlNq41L6hc-b6PtwDnfp2UUt9FvsgLkHbI-t-6QLxhERtCf5KBCmKJuK9rZ-8ARfgo0AfPCeuPSvibdqDZ?purpose=fullsiz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1340768"/>
            <a:ext cx="3168352" cy="2430517"/>
          </a:xfrm>
          <a:prstGeom prst="rect">
            <a:avLst/>
          </a:prstGeom>
          <a:noFill/>
        </p:spPr>
      </p:pic>
      <p:pic>
        <p:nvPicPr>
          <p:cNvPr id="1028" name="Picture 4" descr="Smart Farming Mobile App by Sadekur Rahman Siam on Dribbble"/>
          <p:cNvPicPr>
            <a:picLocks noChangeAspect="1" noChangeArrowheads="1"/>
          </p:cNvPicPr>
          <p:nvPr/>
        </p:nvPicPr>
        <p:blipFill>
          <a:blip r:embed="rId3" cstate="print"/>
          <a:srcRect l="5555" t="9876" r="5566" b="8645"/>
          <a:stretch>
            <a:fillRect/>
          </a:stretch>
        </p:blipFill>
        <p:spPr bwMode="auto">
          <a:xfrm>
            <a:off x="5004048" y="4149080"/>
            <a:ext cx="3456384" cy="2376264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3837" y="488866"/>
            <a:ext cx="282000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latin typeface="Arial Rounded MT Bold" pitchFamily="34" charset="0"/>
                <a:cs typeface="Times New Roman" pitchFamily="18" charset="0"/>
              </a:rPr>
              <a:t>9.Output</a:t>
            </a:r>
            <a:endParaRPr lang="en-US" sz="4000" b="1" cap="all" dirty="0">
              <a:ln w="0"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0724" name="AutoShape 4" descr="blob:https://web.whatsapp.com/f07b80c5-0f58-479c-ada0-b3b66c8d12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6" name="AutoShape 6" descr="blob:https://web.whatsapp.com/f07b80c5-0f58-479c-ada0-b3b66c8d12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111.jpeg"/>
          <p:cNvPicPr>
            <a:picLocks noChangeAspect="1"/>
          </p:cNvPicPr>
          <p:nvPr/>
        </p:nvPicPr>
        <p:blipFill>
          <a:blip r:embed="rId2" cstate="print"/>
          <a:srcRect t="12201" b="15350"/>
          <a:stretch>
            <a:fillRect/>
          </a:stretch>
        </p:blipFill>
        <p:spPr>
          <a:xfrm>
            <a:off x="467544" y="1268760"/>
            <a:ext cx="3068955" cy="4968552"/>
          </a:xfrm>
          <a:prstGeom prst="rect">
            <a:avLst/>
          </a:prstGeom>
        </p:spPr>
      </p:pic>
      <p:pic>
        <p:nvPicPr>
          <p:cNvPr id="11" name="Picture 10" descr="222.jpeg"/>
          <p:cNvPicPr>
            <a:picLocks noChangeAspect="1"/>
          </p:cNvPicPr>
          <p:nvPr/>
        </p:nvPicPr>
        <p:blipFill>
          <a:blip r:embed="rId3" cstate="print"/>
          <a:srcRect t="5901" b="13250"/>
          <a:stretch>
            <a:fillRect/>
          </a:stretch>
        </p:blipFill>
        <p:spPr>
          <a:xfrm>
            <a:off x="5652120" y="1340768"/>
            <a:ext cx="2789959" cy="5040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03837" y="488866"/>
            <a:ext cx="282000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/>
            <a:r>
              <a:rPr lang="en-US" sz="4000" b="1" cap="all" dirty="0" smtClean="0">
                <a:ln w="0"/>
                <a:latin typeface="Arial Rounded MT Bold" pitchFamily="34" charset="0"/>
                <a:cs typeface="Times New Roman" pitchFamily="18" charset="0"/>
              </a:rPr>
              <a:t>9.Output</a:t>
            </a:r>
            <a:endParaRPr lang="en-US" sz="4000" b="1" cap="all" dirty="0">
              <a:ln w="0"/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31390"/>
            <a:ext cx="5976664" cy="2229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4" name="AutoShape 4" descr="blob:https://web.whatsapp.com/f07b80c5-0f58-479c-ada0-b3b66c8d12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26" name="AutoShape 6" descr="blob:https://web.whatsapp.com/f07b80c5-0f58-479c-ada0-b3b66c8d12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4149080"/>
            <a:ext cx="4445650" cy="2399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9712" y="2852936"/>
            <a:ext cx="5199743" cy="125375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oubleWave1">
              <a:avLst/>
            </a:prstTxWarp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  <a:latin typeface="Impact" pitchFamily="34" charset="0"/>
              </a:rPr>
              <a:t>THANK YOU</a:t>
            </a:r>
            <a:endParaRPr lang="en-US" sz="5400" b="1" cap="all" spc="0" dirty="0">
              <a:ln/>
              <a:solidFill>
                <a:schemeClr val="accent1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  <a:latin typeface="Impact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BD9BE-9ACA-468F-9B7B-0CCB0F5580B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2630</TotalTime>
  <Words>469</Words>
  <Application>Microsoft Office PowerPoint</Application>
  <PresentationFormat>On-screen Show (4:3)</PresentationFormat>
  <Paragraphs>140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7</cp:revision>
  <dcterms:created xsi:type="dcterms:W3CDTF">2026-04-21T08:19:50Z</dcterms:created>
  <dcterms:modified xsi:type="dcterms:W3CDTF">2026-06-10T10:55:46Z</dcterms:modified>
</cp:coreProperties>
</file>